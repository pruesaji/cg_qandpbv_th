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  <p:sldMasterId id="2147483709" r:id="rId5"/>
    <p:sldMasterId id="2147483672" r:id="rId6"/>
    <p:sldMasterId id="2147483690" r:id="rId7"/>
  </p:sldMasterIdLst>
  <p:notesMasterIdLst>
    <p:notesMasterId r:id="rId16"/>
  </p:notesMasterIdLst>
  <p:sldIdLst>
    <p:sldId id="265" r:id="rId8"/>
    <p:sldId id="282" r:id="rId9"/>
    <p:sldId id="262" r:id="rId10"/>
    <p:sldId id="263" r:id="rId11"/>
    <p:sldId id="283" r:id="rId12"/>
    <p:sldId id="284" r:id="rId13"/>
    <p:sldId id="285" r:id="rId14"/>
    <p:sldId id="286" r:id="rId15"/>
  </p:sldIdLst>
  <p:sldSz cx="12192000" cy="6858000"/>
  <p:notesSz cx="6858000" cy="9144000"/>
  <p:embeddedFontLst>
    <p:embeddedFont>
      <p:font typeface="Browallia New" panose="020B0604020202020204" pitchFamily="34" charset="-34"/>
      <p:regular r:id="rId17"/>
      <p:bold r:id="rId18"/>
      <p:italic r:id="rId19"/>
      <p:boldItalic r:id="rId20"/>
    </p:embeddedFont>
    <p:embeddedFont>
      <p:font typeface="DB Helvethaica X 55 Regular" panose="02000506090000020004"/>
      <p:regular r:id="rId21"/>
    </p:embeddedFont>
    <p:embeddedFont>
      <p:font typeface="DB Helvethaica X 65 Med"/>
      <p:italic r:id="rId22"/>
    </p:embeddedFont>
    <p:embeddedFont>
      <p:font typeface="DB Helvethaica X 75 Bd"/>
      <p:bold r:id="rId23"/>
    </p:embeddedFont>
  </p:embeddedFontLst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font" Target="fonts/font7.fntdata"/><Relationship Id="rId10" Type="http://schemas.openxmlformats.org/officeDocument/2006/relationships/slide" Target="slides/slide3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72690D-4BB3-4C47-8F11-288A89767F4C}" type="datetimeFigureOut">
              <a:rPr lang="th-TH" smtClean="0"/>
              <a:t>02/05/69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C30A9C-515E-4791-918E-A51A9A96C0E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29363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EBAB-7E99-E4CD-75C2-F6DBFCA09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62" y="1670576"/>
            <a:ext cx="9744076" cy="1500187"/>
          </a:xfrm>
        </p:spPr>
        <p:txBody>
          <a:bodyPr anchor="b">
            <a:normAutofit/>
          </a:bodyPr>
          <a:lstStyle>
            <a:lvl1pPr>
              <a:lnSpc>
                <a:spcPts val="4000"/>
              </a:lnSpc>
              <a:spcBef>
                <a:spcPts val="0"/>
              </a:spcBef>
              <a:spcAft>
                <a:spcPts val="1200"/>
              </a:spcAft>
              <a:defRPr sz="8800">
                <a:solidFill>
                  <a:srgbClr val="FFA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C176-5A02-F338-EEED-C7EAF6AF7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3962" y="2859881"/>
            <a:ext cx="9744076" cy="15001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10EBFF5-6028-B7DD-C669-19DDFAF1360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23962" y="4798977"/>
            <a:ext cx="3929929" cy="893059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DB Helvethaica X 65 Med" panose="02000506090000020004" pitchFamily="2" charset="-34"/>
                <a:cs typeface="DB Helvethaica X 65 Med" panose="02000506090000020004" pitchFamily="2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54B608-89D5-6752-6CBE-5DD5187049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439" y="230576"/>
            <a:ext cx="202461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372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EBAB-7E99-E4CD-75C2-F6DBFCA09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62" y="1670576"/>
            <a:ext cx="9744076" cy="1500187"/>
          </a:xfrm>
        </p:spPr>
        <p:txBody>
          <a:bodyPr anchor="b">
            <a:normAutofit/>
          </a:bodyPr>
          <a:lstStyle>
            <a:lvl1pPr>
              <a:lnSpc>
                <a:spcPts val="4000"/>
              </a:lnSpc>
              <a:spcBef>
                <a:spcPts val="0"/>
              </a:spcBef>
              <a:spcAft>
                <a:spcPts val="1200"/>
              </a:spcAft>
              <a:defRPr sz="8800">
                <a:solidFill>
                  <a:srgbClr val="FFA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C176-5A02-F338-EEED-C7EAF6AF7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3962" y="2859881"/>
            <a:ext cx="9744076" cy="15001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10EBFF5-6028-B7DD-C669-19DDFAF1360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23962" y="4798977"/>
            <a:ext cx="3929929" cy="893059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DB Helvethaica X 65 Med" panose="02000506090000020004" pitchFamily="2" charset="-34"/>
                <a:cs typeface="DB Helvethaica X 65 Med" panose="02000506090000020004" pitchFamily="2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1455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E0B8-CC2B-3179-41D0-68D918CAE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lnSpc>
                <a:spcPts val="10000"/>
              </a:lnSpc>
              <a:defRPr sz="9600">
                <a:solidFill>
                  <a:srgbClr val="FFA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8C606-F9D2-8FB3-00B5-B75361763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6FAC3-2801-96A6-0388-15D62AB4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FFD463-CFCF-9D87-57E1-964BAE1C9E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439" y="230576"/>
            <a:ext cx="202461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93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+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rgbClr val="FFA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3E67C0-1F4E-CFE0-734D-ED638406F8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892" y="0"/>
            <a:ext cx="1518458" cy="10800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7ABE7E-C8A0-4FC4-C84F-157F2E26ECD9}"/>
              </a:ext>
            </a:extLst>
          </p:cNvPr>
          <p:cNvCxnSpPr>
            <a:cxnSpLocks/>
          </p:cNvCxnSpPr>
          <p:nvPr userDrawn="1"/>
        </p:nvCxnSpPr>
        <p:spPr>
          <a:xfrm>
            <a:off x="514350" y="1343025"/>
            <a:ext cx="30575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1F95396-A152-AABB-D96C-64869CDE6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863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+ Logo_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7ABE7E-C8A0-4FC4-C84F-157F2E26ECD9}"/>
              </a:ext>
            </a:extLst>
          </p:cNvPr>
          <p:cNvCxnSpPr>
            <a:cxnSpLocks/>
          </p:cNvCxnSpPr>
          <p:nvPr userDrawn="1"/>
        </p:nvCxnSpPr>
        <p:spPr>
          <a:xfrm>
            <a:off x="514350" y="1343025"/>
            <a:ext cx="3057525" cy="0"/>
          </a:xfrm>
          <a:prstGeom prst="line">
            <a:avLst/>
          </a:prstGeom>
          <a:ln>
            <a:solidFill>
              <a:srgbClr val="FFA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E4ED67A-AE1D-8885-16BB-692141EA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1DCEC8-D635-3D59-D2A0-64277F96C0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892" y="0"/>
            <a:ext cx="151845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12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48466508-12F2-4F28-84CB-9F91C595576A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rgbClr val="FFA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D8F2EC5-DE76-1328-E957-F63FB7950DD1}"/>
              </a:ext>
            </a:extLst>
          </p:cNvPr>
          <p:cNvCxnSpPr>
            <a:cxnSpLocks/>
          </p:cNvCxnSpPr>
          <p:nvPr userDrawn="1"/>
        </p:nvCxnSpPr>
        <p:spPr>
          <a:xfrm>
            <a:off x="514350" y="1343025"/>
            <a:ext cx="30575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56634D2-00FC-B5EE-70B1-E658236D5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92671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48466508-12F2-4F28-84CB-9F91C595576A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D8F2EC5-DE76-1328-E957-F63FB7950DD1}"/>
              </a:ext>
            </a:extLst>
          </p:cNvPr>
          <p:cNvCxnSpPr>
            <a:cxnSpLocks/>
          </p:cNvCxnSpPr>
          <p:nvPr userDrawn="1"/>
        </p:nvCxnSpPr>
        <p:spPr>
          <a:xfrm>
            <a:off x="514350" y="1343025"/>
            <a:ext cx="3057525" cy="0"/>
          </a:xfrm>
          <a:prstGeom prst="line">
            <a:avLst/>
          </a:prstGeom>
          <a:ln>
            <a:solidFill>
              <a:srgbClr val="FFA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6F38236-2510-8629-A8C3-5025D2536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61734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+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accent2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accent2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accent2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accent2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accent2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8BED033-5539-4E7F-7AB7-96D1B724D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171472-F7CA-72D3-5E40-9A819294CF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892" y="0"/>
            <a:ext cx="151845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2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+ Logo_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rgbClr val="FFA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64F704C-05D2-4CDC-2318-24FCECBA7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65B188-B76D-6A7D-8E39-4E8F760D54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892" y="0"/>
            <a:ext cx="151845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726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314F-99FF-425A-0493-DCF4EB1F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69" y="365125"/>
            <a:ext cx="115293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th-TH" sz="6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68E23-8287-14A4-EFF4-223A433C2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7870" y="1825625"/>
            <a:ext cx="567193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44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defRPr 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defRPr lang="en-US" sz="36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defRPr lang="en-US" sz="32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defRPr lang="th-TH" sz="32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spcBef>
                <a:spcPts val="0"/>
              </a:spcBef>
            </a:pPr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99F03-6AAF-524A-1BD5-B3098AB6B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0506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44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defRPr 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defRPr lang="en-US" sz="36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defRPr lang="en-US" sz="32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defRPr lang="th-TH" sz="32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spcBef>
                <a:spcPts val="0"/>
              </a:spcBef>
            </a:pPr>
            <a:r>
              <a:rPr lang="en-US"/>
              <a:t>Fifth level</a:t>
            </a:r>
            <a:endParaRPr lang="th-TH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6589F12-9847-D5F0-CBF0-AA6D94586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48466508-12F2-4F28-84CB-9F91C595576A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B3E7F1-D5BA-A01E-E799-3D8001A06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6930BA-B189-61BD-F07E-09FD1D35C8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892" y="0"/>
            <a:ext cx="151845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275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4DF54-088D-6F75-9F87-94A943264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4" y="365125"/>
            <a:ext cx="11464412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th-TH" sz="6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DB6ED-3FA8-45AF-7D29-8D6E4E32D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794" y="1681163"/>
            <a:ext cx="5633781" cy="82391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000" dirty="0">
                <a:solidFill>
                  <a:srgbClr val="FFA300"/>
                </a:solidFill>
                <a:latin typeface="DB Helvethaica X 75 Bd" panose="02000506090000020004" pitchFamily="2" charset="-34"/>
                <a:ea typeface="+mj-ea"/>
                <a:cs typeface="DB Helvethaica X 75 Bd" panose="02000506090000020004" pitchFamily="2" charset="-3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9DF52-633A-EEB8-499B-F23BB9315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3794" y="2505075"/>
            <a:ext cx="5633781" cy="36845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def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def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def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defRPr lang="th-TH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spcBef>
                <a:spcPts val="0"/>
              </a:spcBef>
            </a:pPr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FA6B13-CB9A-56FE-0117-39FDD9719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6" y="1681163"/>
            <a:ext cx="5633780" cy="82391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000">
                <a:solidFill>
                  <a:srgbClr val="FFA300"/>
                </a:solidFill>
                <a:latin typeface="DB Helvethaica X 75 Bd" panose="02000506090000020004" pitchFamily="2" charset="-34"/>
                <a:ea typeface="+mj-ea"/>
                <a:cs typeface="DB Helvethaica X 75 Bd" panose="02000506090000020004" pitchFamily="2" charset="-3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E31DE0-C566-380B-66E9-0DE916EAE2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6" y="2505075"/>
            <a:ext cx="5633780" cy="36845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def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def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def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defRPr lang="th-TH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spcBef>
                <a:spcPts val="0"/>
              </a:spcBef>
            </a:pPr>
            <a:r>
              <a:rPr lang="en-US"/>
              <a:t>Fifth level</a:t>
            </a:r>
            <a:endParaRPr lang="th-TH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5A26E-102B-E025-AB83-9788FC5B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48466508-12F2-4F28-84CB-9F91C595576A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C9A8E91-AB9E-FA3F-7CC6-58FAB080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26D9FB-E044-D4FB-0A56-B0F6DB530D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892" y="0"/>
            <a:ext cx="151845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35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E0B8-CC2B-3179-41D0-68D918CAE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98135"/>
            <a:ext cx="9144000" cy="1461729"/>
          </a:xfrm>
        </p:spPr>
        <p:txBody>
          <a:bodyPr anchor="b">
            <a:noAutofit/>
          </a:bodyPr>
          <a:lstStyle>
            <a:lvl1pPr algn="ctr">
              <a:defRPr sz="9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6FAC3-2801-96A6-0388-15D62AB4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7C3F23-FF03-02AA-94F7-D6E52F4C42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439" y="230576"/>
            <a:ext cx="202461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381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1891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_Ma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515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ilde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265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ilde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102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EBAB-7E99-E4CD-75C2-F6DBFCA09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62" y="1670576"/>
            <a:ext cx="9744076" cy="1500187"/>
          </a:xfrm>
        </p:spPr>
        <p:txBody>
          <a:bodyPr anchor="b">
            <a:normAutofit/>
          </a:bodyPr>
          <a:lstStyle>
            <a:lvl1pPr>
              <a:lnSpc>
                <a:spcPts val="4000"/>
              </a:lnSpc>
              <a:spcBef>
                <a:spcPts val="0"/>
              </a:spcBef>
              <a:spcAft>
                <a:spcPts val="1200"/>
              </a:spcAft>
              <a:defRPr sz="8800">
                <a:solidFill>
                  <a:srgbClr val="FFA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C176-5A02-F338-EEED-C7EAF6AF7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3962" y="2859881"/>
            <a:ext cx="9744076" cy="15001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10EBFF5-6028-B7DD-C669-19DDFAF1360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23962" y="4798977"/>
            <a:ext cx="3929929" cy="893059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E71687-F834-57EA-7A38-9B2B2985C1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439" y="230576"/>
            <a:ext cx="202461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125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EBAB-7E99-E4CD-75C2-F6DBFCA09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62" y="1670576"/>
            <a:ext cx="9744076" cy="1500187"/>
          </a:xfrm>
        </p:spPr>
        <p:txBody>
          <a:bodyPr anchor="b">
            <a:normAutofit/>
          </a:bodyPr>
          <a:lstStyle>
            <a:lvl1pPr>
              <a:lnSpc>
                <a:spcPts val="4000"/>
              </a:lnSpc>
              <a:spcBef>
                <a:spcPts val="0"/>
              </a:spcBef>
              <a:spcAft>
                <a:spcPts val="1200"/>
              </a:spcAft>
              <a:defRPr sz="8800">
                <a:solidFill>
                  <a:srgbClr val="FFA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C176-5A02-F338-EEED-C7EAF6AF7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3962" y="2859881"/>
            <a:ext cx="9744076" cy="15001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10EBFF5-6028-B7DD-C669-19DDFAF1360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23962" y="4798977"/>
            <a:ext cx="3929929" cy="893059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633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E0B8-CC2B-3179-41D0-68D918CAE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lnSpc>
                <a:spcPts val="10000"/>
              </a:lnSpc>
              <a:defRPr sz="9600">
                <a:solidFill>
                  <a:srgbClr val="FFA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8C606-F9D2-8FB3-00B5-B75361763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6FAC3-2801-96A6-0388-15D62AB4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A4C26-5642-7B31-C13A-593B5EA06F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439" y="230576"/>
            <a:ext cx="202461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540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+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rgbClr val="FFA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7ABE7E-C8A0-4FC4-C84F-157F2E26ECD9}"/>
              </a:ext>
            </a:extLst>
          </p:cNvPr>
          <p:cNvCxnSpPr>
            <a:cxnSpLocks/>
          </p:cNvCxnSpPr>
          <p:nvPr userDrawn="1"/>
        </p:nvCxnSpPr>
        <p:spPr>
          <a:xfrm>
            <a:off x="514350" y="1343025"/>
            <a:ext cx="30575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1F95396-A152-AABB-D96C-64869CDE6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8D7FBD-F3CE-79F7-D620-067523174B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892" y="0"/>
            <a:ext cx="151845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57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+ Logo_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7ABE7E-C8A0-4FC4-C84F-157F2E26ECD9}"/>
              </a:ext>
            </a:extLst>
          </p:cNvPr>
          <p:cNvCxnSpPr>
            <a:cxnSpLocks/>
          </p:cNvCxnSpPr>
          <p:nvPr userDrawn="1"/>
        </p:nvCxnSpPr>
        <p:spPr>
          <a:xfrm>
            <a:off x="514350" y="1343025"/>
            <a:ext cx="3057525" cy="0"/>
          </a:xfrm>
          <a:prstGeom prst="line">
            <a:avLst/>
          </a:prstGeom>
          <a:ln>
            <a:solidFill>
              <a:srgbClr val="FFA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E4ED67A-AE1D-8885-16BB-692141EA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D6C4ED-9F7B-DDFC-5494-7D47559B06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892" y="0"/>
            <a:ext cx="151845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324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48466508-12F2-4F28-84CB-9F91C595576A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rgbClr val="FFA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tx1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tx1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tx1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tx1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tx1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D8F2EC5-DE76-1328-E957-F63FB7950DD1}"/>
              </a:ext>
            </a:extLst>
          </p:cNvPr>
          <p:cNvCxnSpPr>
            <a:cxnSpLocks/>
          </p:cNvCxnSpPr>
          <p:nvPr userDrawn="1"/>
        </p:nvCxnSpPr>
        <p:spPr>
          <a:xfrm>
            <a:off x="514350" y="1343025"/>
            <a:ext cx="30575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56634D2-00FC-B5EE-70B1-E658236D5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980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48466508-12F2-4F28-84CB-9F91C595576A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D8F2EC5-DE76-1328-E957-F63FB7950DD1}"/>
              </a:ext>
            </a:extLst>
          </p:cNvPr>
          <p:cNvCxnSpPr>
            <a:cxnSpLocks/>
          </p:cNvCxnSpPr>
          <p:nvPr userDrawn="1"/>
        </p:nvCxnSpPr>
        <p:spPr>
          <a:xfrm>
            <a:off x="514350" y="1343025"/>
            <a:ext cx="3057525" cy="0"/>
          </a:xfrm>
          <a:prstGeom prst="line">
            <a:avLst/>
          </a:prstGeom>
          <a:ln>
            <a:solidFill>
              <a:srgbClr val="FFA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6F38236-2510-8629-A8C3-5025D2536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022001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+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accent2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accent2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accent2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accent2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accent2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8BED033-5539-4E7F-7AB7-96D1B724D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A5AA23-3162-2E76-BB72-A276D2DFFA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892" y="0"/>
            <a:ext cx="151845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54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+ Logo_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rgbClr val="FFA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64F704C-05D2-4CDC-2318-24FCECBA7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3E332B-1407-8731-0BC1-E6CADD6766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892" y="0"/>
            <a:ext cx="151845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863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314F-99FF-425A-0493-DCF4EB1F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69" y="365125"/>
            <a:ext cx="115293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th-TH" sz="6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68E23-8287-14A4-EFF4-223A433C2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7870" y="1825625"/>
            <a:ext cx="567193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4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  <a:lvl2pPr>
              <a:defRPr 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2pPr>
            <a:lvl3pPr>
              <a:defRPr lang="en-US" sz="36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3pPr>
            <a:lvl4pPr>
              <a:defRPr lang="en-US" sz="3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4pPr>
            <a:lvl5pPr>
              <a:defRPr lang="th-TH" sz="3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spcBef>
                <a:spcPts val="0"/>
              </a:spcBef>
            </a:pPr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99F03-6AAF-524A-1BD5-B3098AB6B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0506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4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  <a:lvl2pPr>
              <a:defRPr 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2pPr>
            <a:lvl3pPr>
              <a:defRPr lang="en-US" sz="36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3pPr>
            <a:lvl4pPr>
              <a:defRPr lang="en-US" sz="3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4pPr>
            <a:lvl5pPr>
              <a:defRPr lang="th-TH" sz="3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spcBef>
                <a:spcPts val="0"/>
              </a:spcBef>
            </a:pPr>
            <a:r>
              <a:rPr lang="en-US"/>
              <a:t>Fifth level</a:t>
            </a:r>
            <a:endParaRPr lang="th-TH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6589F12-9847-D5F0-CBF0-AA6D94586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48466508-12F2-4F28-84CB-9F91C595576A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B3E7F1-D5BA-A01E-E799-3D8001A06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1BC757-5AF2-A742-1D21-721B1E06C4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892" y="0"/>
            <a:ext cx="151845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5006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4DF54-088D-6F75-9F87-94A943264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4" y="365125"/>
            <a:ext cx="11464412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th-TH" sz="6600" dirty="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DB6ED-3FA8-45AF-7D29-8D6E4E32D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794" y="1681163"/>
            <a:ext cx="5633781" cy="82391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000" b="1" dirty="0">
                <a:solidFill>
                  <a:srgbClr val="FFA300"/>
                </a:solidFill>
                <a:latin typeface="Browallia New" panose="020B0604020202020204" pitchFamily="34" charset="-34"/>
                <a:ea typeface="+mj-ea"/>
                <a:cs typeface="Browallia New" panose="020B0604020202020204" pitchFamily="34" charset="-3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9DF52-633A-EEB8-499B-F23BB9315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3794" y="2505075"/>
            <a:ext cx="5633781" cy="36845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  <a:lvl2pPr>
              <a:def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2pPr>
            <a:lvl3pPr>
              <a:def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3pPr>
            <a:lvl4pPr>
              <a:def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4pPr>
            <a:lvl5pPr>
              <a:defRPr lang="th-TH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spcBef>
                <a:spcPts val="0"/>
              </a:spcBef>
            </a:pPr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FA6B13-CB9A-56FE-0117-39FDD9719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6" y="1681163"/>
            <a:ext cx="5633780" cy="82391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000" b="1">
                <a:solidFill>
                  <a:srgbClr val="FFA300"/>
                </a:solidFill>
                <a:latin typeface="Browallia New" panose="020B0604020202020204" pitchFamily="34" charset="-34"/>
                <a:ea typeface="+mj-ea"/>
                <a:cs typeface="Browallia New" panose="020B0604020202020204" pitchFamily="34" charset="-3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E31DE0-C566-380B-66E9-0DE916EAE2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6" y="2505075"/>
            <a:ext cx="5633780" cy="36845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  <a:lvl2pPr>
              <a:def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2pPr>
            <a:lvl3pPr>
              <a:def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3pPr>
            <a:lvl4pPr>
              <a:def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4pPr>
            <a:lvl5pPr>
              <a:defRPr lang="th-TH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spcBef>
                <a:spcPts val="0"/>
              </a:spcBef>
            </a:pPr>
            <a:r>
              <a:rPr lang="en-US"/>
              <a:t>Fifth level</a:t>
            </a:r>
            <a:endParaRPr lang="th-TH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5A26E-102B-E025-AB83-9788FC5B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48466508-12F2-4F28-84CB-9F91C595576A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C9A8E91-AB9E-FA3F-7CC6-58FAB080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31167E-B336-D996-5A91-CCCAFFC5F3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892" y="0"/>
            <a:ext cx="151845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925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E0B8-CC2B-3179-41D0-68D918CAE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98135"/>
            <a:ext cx="9144000" cy="1461729"/>
          </a:xfrm>
        </p:spPr>
        <p:txBody>
          <a:bodyPr anchor="b">
            <a:noAutofit/>
          </a:bodyPr>
          <a:lstStyle>
            <a:lvl1pPr algn="ctr">
              <a:defRPr sz="9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6FAC3-2801-96A6-0388-15D62AB4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12C9E-498B-78E4-0C4D-54F4148EC0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439" y="230576"/>
            <a:ext cx="202461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75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4424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_Ma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3742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ilde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60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ilde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9535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EBAB-7E99-E4CD-75C2-F6DBFCA09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62" y="1670576"/>
            <a:ext cx="9744076" cy="1500187"/>
          </a:xfrm>
        </p:spPr>
        <p:txBody>
          <a:bodyPr anchor="b">
            <a:normAutofit/>
          </a:bodyPr>
          <a:lstStyle>
            <a:lvl1pPr>
              <a:lnSpc>
                <a:spcPts val="4000"/>
              </a:lnSpc>
              <a:spcBef>
                <a:spcPts val="0"/>
              </a:spcBef>
              <a:spcAft>
                <a:spcPts val="1200"/>
              </a:spcAft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C176-5A02-F338-EEED-C7EAF6AF7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3962" y="2859881"/>
            <a:ext cx="9744076" cy="15001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10EBFF5-6028-B7DD-C669-19DDFAF1360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23962" y="4798977"/>
            <a:ext cx="3929929" cy="893059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rgbClr val="FFA300"/>
                </a:solidFill>
                <a:highlight>
                  <a:srgbClr val="000000"/>
                </a:highlight>
                <a:latin typeface="DB Helvethaica X 65 Med" panose="02000506090000020004" pitchFamily="2" charset="-34"/>
                <a:cs typeface="DB Helvethaica X 65 Med" panose="02000506090000020004" pitchFamily="2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E56BE4-1920-9DDC-B344-36AFDC4E85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439" y="230576"/>
            <a:ext cx="202461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968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EBAB-7E99-E4CD-75C2-F6DBFCA09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62" y="1670576"/>
            <a:ext cx="9744076" cy="1500187"/>
          </a:xfrm>
        </p:spPr>
        <p:txBody>
          <a:bodyPr anchor="b">
            <a:normAutofit/>
          </a:bodyPr>
          <a:lstStyle>
            <a:lvl1pPr>
              <a:lnSpc>
                <a:spcPts val="4000"/>
              </a:lnSpc>
              <a:spcBef>
                <a:spcPts val="0"/>
              </a:spcBef>
              <a:spcAft>
                <a:spcPts val="1200"/>
              </a:spcAft>
              <a:defRPr sz="8800">
                <a:solidFill>
                  <a:srgbClr val="FFA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C176-5A02-F338-EEED-C7EAF6AF7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3962" y="2859881"/>
            <a:ext cx="9744076" cy="15001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10EBFF5-6028-B7DD-C669-19DDFAF1360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23962" y="4798977"/>
            <a:ext cx="3929929" cy="893059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3200" dirty="0">
                <a:solidFill>
                  <a:srgbClr val="FFA300"/>
                </a:solidFill>
                <a:highlight>
                  <a:srgbClr val="000000"/>
                </a:highlight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4267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E0B8-CC2B-3179-41D0-68D918CAE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lnSpc>
                <a:spcPts val="10000"/>
              </a:lnSpc>
              <a:defRPr sz="9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8C606-F9D2-8FB3-00B5-B75361763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6FAC3-2801-96A6-0388-15D62AB4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1">
                <a:solidFill>
                  <a:srgbClr val="FFA300"/>
                </a:solidFill>
                <a:highlight>
                  <a:srgbClr val="0000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>
              <a:solidFill>
                <a:srgbClr val="FFA3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977464-1427-602F-EB28-C314EB3E0E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439" y="230576"/>
            <a:ext cx="202461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21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+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 vert="horz" lIns="91440" tIns="45720" rIns="91440" bIns="45720" rtlCol="0" anchor="ctr"/>
          <a:lstStyle>
            <a:lvl1pPr>
              <a:defRPr lang="th-TH" smtClean="0"/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7ABE7E-C8A0-4FC4-C84F-157F2E26ECD9}"/>
              </a:ext>
            </a:extLst>
          </p:cNvPr>
          <p:cNvCxnSpPr>
            <a:cxnSpLocks/>
          </p:cNvCxnSpPr>
          <p:nvPr userDrawn="1"/>
        </p:nvCxnSpPr>
        <p:spPr>
          <a:xfrm>
            <a:off x="514350" y="1343025"/>
            <a:ext cx="30575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1F95396-A152-AABB-D96C-64869CDE6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dirty="0">
                <a:solidFill>
                  <a:srgbClr val="FFA300"/>
                </a:solidFill>
                <a:highlight>
                  <a:srgbClr val="000000"/>
                </a:highlight>
              </a:defRPr>
            </a:lvl1pPr>
          </a:lstStyle>
          <a:p>
            <a:endParaRPr lang="th-TH">
              <a:solidFill>
                <a:srgbClr val="FFA300"/>
              </a:solidFill>
              <a:highlight>
                <a:srgbClr val="0000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EDE1FC-8AEB-96CD-000B-4A325DA31B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892" y="0"/>
            <a:ext cx="151845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314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+ Logo_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 vert="horz" lIns="91440" tIns="45720" rIns="91440" bIns="45720" rtlCol="0" anchor="ctr"/>
          <a:lstStyle>
            <a:lvl1pPr>
              <a:defRPr lang="th-TH" smtClean="0"/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7ABE7E-C8A0-4FC4-C84F-157F2E26ECD9}"/>
              </a:ext>
            </a:extLst>
          </p:cNvPr>
          <p:cNvCxnSpPr>
            <a:cxnSpLocks/>
          </p:cNvCxnSpPr>
          <p:nvPr userDrawn="1"/>
        </p:nvCxnSpPr>
        <p:spPr>
          <a:xfrm>
            <a:off x="514350" y="1343025"/>
            <a:ext cx="30575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E4ED67A-AE1D-8885-16BB-692141EA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>
                <a:solidFill>
                  <a:srgbClr val="FFA300"/>
                </a:solidFill>
                <a:highlight>
                  <a:srgbClr val="000000"/>
                </a:highlight>
              </a:defRPr>
            </a:lvl1pPr>
          </a:lstStyle>
          <a:p>
            <a:endParaRPr lang="th-TH">
              <a:solidFill>
                <a:srgbClr val="FFA300"/>
              </a:solidFill>
              <a:highlight>
                <a:srgbClr val="0000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EE17ED-F359-8C20-3EDC-E19D076855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892" y="0"/>
            <a:ext cx="151845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142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 vert="horz" lIns="91440" tIns="45720" rIns="91440" bIns="45720" rtlCol="0" anchor="ctr"/>
          <a:lstStyle>
            <a:lvl1pPr>
              <a:defRPr lang="th-TH" smtClean="0"/>
            </a:lvl1pPr>
          </a:lstStyle>
          <a:p>
            <a:fld id="{48466508-12F2-4F28-84CB-9F91C595576A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D8F2EC5-DE76-1328-E957-F63FB7950DD1}"/>
              </a:ext>
            </a:extLst>
          </p:cNvPr>
          <p:cNvCxnSpPr>
            <a:cxnSpLocks/>
          </p:cNvCxnSpPr>
          <p:nvPr userDrawn="1"/>
        </p:nvCxnSpPr>
        <p:spPr>
          <a:xfrm>
            <a:off x="514350" y="1343025"/>
            <a:ext cx="30575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56634D2-00FC-B5EE-70B1-E658236D5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>
                <a:solidFill>
                  <a:srgbClr val="FFA300"/>
                </a:solidFill>
                <a:highlight>
                  <a:srgbClr val="000000"/>
                </a:highlight>
              </a:defRPr>
            </a:lvl1pPr>
          </a:lstStyle>
          <a:p>
            <a:endParaRPr lang="th-TH">
              <a:solidFill>
                <a:srgbClr val="FFA300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73754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 vert="horz" lIns="91440" tIns="45720" rIns="91440" bIns="45720" rtlCol="0" anchor="ctr"/>
          <a:lstStyle>
            <a:lvl1pPr>
              <a:defRPr lang="th-TH" smtClean="0"/>
            </a:lvl1pPr>
          </a:lstStyle>
          <a:p>
            <a:fld id="{48466508-12F2-4F28-84CB-9F91C595576A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D8F2EC5-DE76-1328-E957-F63FB7950DD1}"/>
              </a:ext>
            </a:extLst>
          </p:cNvPr>
          <p:cNvCxnSpPr>
            <a:cxnSpLocks/>
          </p:cNvCxnSpPr>
          <p:nvPr userDrawn="1"/>
        </p:nvCxnSpPr>
        <p:spPr>
          <a:xfrm>
            <a:off x="514350" y="1343025"/>
            <a:ext cx="30575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6F38236-2510-8629-A8C3-5025D2536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>
                <a:solidFill>
                  <a:srgbClr val="FFA300"/>
                </a:solidFill>
                <a:highlight>
                  <a:srgbClr val="000000"/>
                </a:highlight>
              </a:defRPr>
            </a:lvl1pPr>
          </a:lstStyle>
          <a:p>
            <a:endParaRPr lang="th-TH">
              <a:solidFill>
                <a:srgbClr val="FFA300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83448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+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 vert="horz" lIns="91440" tIns="45720" rIns="91440" bIns="45720" rtlCol="0" anchor="ctr"/>
          <a:lstStyle>
            <a:lvl1pPr>
              <a:defRPr lang="th-TH" smtClean="0"/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8BED033-5539-4E7F-7AB7-96D1B724D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>
                <a:solidFill>
                  <a:srgbClr val="FFA300"/>
                </a:solidFill>
                <a:highlight>
                  <a:srgbClr val="000000"/>
                </a:highlight>
              </a:defRPr>
            </a:lvl1pPr>
          </a:lstStyle>
          <a:p>
            <a:endParaRPr lang="th-TH">
              <a:solidFill>
                <a:srgbClr val="FFA300"/>
              </a:solidFill>
              <a:highlight>
                <a:srgbClr val="0000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9F53A6-3A41-6882-3929-276389C541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892" y="0"/>
            <a:ext cx="151845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068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+ Logo_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 vert="horz" lIns="91440" tIns="45720" rIns="91440" bIns="45720" rtlCol="0" anchor="ctr"/>
          <a:lstStyle>
            <a:lvl1pPr>
              <a:defRPr lang="th-TH" smtClean="0"/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64F704C-05D2-4CDC-2318-24FCECBA7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>
                <a:solidFill>
                  <a:srgbClr val="FFA300"/>
                </a:solidFill>
                <a:highlight>
                  <a:srgbClr val="000000"/>
                </a:highlight>
              </a:defRPr>
            </a:lvl1pPr>
          </a:lstStyle>
          <a:p>
            <a:endParaRPr lang="th-TH">
              <a:solidFill>
                <a:srgbClr val="FFA300"/>
              </a:solidFill>
              <a:highlight>
                <a:srgbClr val="0000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D7548C-BFD6-4BBA-5953-0823C6DAE4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892" y="0"/>
            <a:ext cx="151845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656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314F-99FF-425A-0493-DCF4EB1F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69" y="365125"/>
            <a:ext cx="115293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th-TH" sz="6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68E23-8287-14A4-EFF4-223A433C2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7870" y="1825625"/>
            <a:ext cx="567193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44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defRPr lang="en-US" sz="40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defRPr lang="en-US" sz="36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defRPr lang="en-US" sz="32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defRPr lang="th-TH" sz="32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spcBef>
                <a:spcPts val="0"/>
              </a:spcBef>
            </a:pPr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99F03-6AAF-524A-1BD5-B3098AB6B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0506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44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defRPr lang="en-US" sz="40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defRPr lang="en-US" sz="36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defRPr lang="en-US" sz="32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defRPr lang="th-TH" sz="320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spcBef>
                <a:spcPts val="0"/>
              </a:spcBef>
            </a:pPr>
            <a:r>
              <a:rPr lang="en-US"/>
              <a:t>Fifth level</a:t>
            </a:r>
            <a:endParaRPr lang="th-TH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6589F12-9847-D5F0-CBF0-AA6D94586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 vert="horz" lIns="91440" tIns="45720" rIns="91440" bIns="45720" rtlCol="0" anchor="ctr"/>
          <a:lstStyle>
            <a:lvl1pPr>
              <a:defRPr lang="th-TH" smtClean="0"/>
            </a:lvl1pPr>
          </a:lstStyle>
          <a:p>
            <a:fld id="{48466508-12F2-4F28-84CB-9F91C595576A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B3E7F1-D5BA-A01E-E799-3D8001A06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>
                <a:solidFill>
                  <a:srgbClr val="FFA300"/>
                </a:solidFill>
                <a:highlight>
                  <a:srgbClr val="000000"/>
                </a:highlight>
              </a:defRPr>
            </a:lvl1pPr>
          </a:lstStyle>
          <a:p>
            <a:endParaRPr lang="th-TH">
              <a:solidFill>
                <a:srgbClr val="FFA300"/>
              </a:solidFill>
              <a:highlight>
                <a:srgbClr val="0000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843B6C-8585-A52E-8F2D-79B11ECC57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892" y="0"/>
            <a:ext cx="151845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3401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4DF54-088D-6F75-9F87-94A943264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4" y="365125"/>
            <a:ext cx="11464412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th-TH" sz="66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DB6ED-3FA8-45AF-7D29-8D6E4E32D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794" y="1681163"/>
            <a:ext cx="5633781" cy="82391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000" dirty="0">
                <a:solidFill>
                  <a:schemeClr val="bg1"/>
                </a:solidFill>
                <a:latin typeface="DB Helvethaica X 75 Bd" panose="02000506090000020004" pitchFamily="2" charset="-34"/>
                <a:ea typeface="+mj-ea"/>
                <a:cs typeface="DB Helvethaica X 75 Bd" panose="02000506090000020004" pitchFamily="2" charset="-3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9DF52-633A-EEB8-499B-F23BB9315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3794" y="2505075"/>
            <a:ext cx="5633781" cy="36845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3600" dirty="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defRPr lang="en-US" sz="3200" dirty="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defRPr lang="en-US" sz="2800" dirty="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defRPr lang="en-US" sz="2400" dirty="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defRPr lang="th-TH" sz="2400" dirty="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spcBef>
                <a:spcPts val="0"/>
              </a:spcBef>
            </a:pPr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FA6B13-CB9A-56FE-0117-39FDD9719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6" y="1681163"/>
            <a:ext cx="5633780" cy="82391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000">
                <a:solidFill>
                  <a:schemeClr val="bg1"/>
                </a:solidFill>
                <a:latin typeface="DB Helvethaica X 75 Bd" panose="02000506090000020004" pitchFamily="2" charset="-34"/>
                <a:ea typeface="+mj-ea"/>
                <a:cs typeface="DB Helvethaica X 75 Bd" panose="02000506090000020004" pitchFamily="2" charset="-3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E31DE0-C566-380B-66E9-0DE916EAE2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6" y="2505075"/>
            <a:ext cx="5633780" cy="36845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3600" dirty="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defRPr lang="en-US" sz="3200" dirty="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defRPr lang="en-US" sz="2800" dirty="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defRPr lang="en-US" sz="2400" dirty="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defRPr lang="th-TH" sz="2400" dirty="0">
                <a:solidFill>
                  <a:schemeClr val="tx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spcBef>
                <a:spcPts val="0"/>
              </a:spcBef>
            </a:pPr>
            <a:r>
              <a:rPr lang="en-US"/>
              <a:t>Fifth level</a:t>
            </a:r>
            <a:endParaRPr lang="th-TH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5A26E-102B-E025-AB83-9788FC5B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 vert="horz" lIns="91440" tIns="45720" rIns="91440" bIns="45720" rtlCol="0" anchor="ctr"/>
          <a:lstStyle>
            <a:lvl1pPr>
              <a:defRPr lang="th-TH" smtClean="0"/>
            </a:lvl1pPr>
          </a:lstStyle>
          <a:p>
            <a:fld id="{48466508-12F2-4F28-84CB-9F91C595576A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C9A8E91-AB9E-FA3F-7CC6-58FAB080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>
                <a:solidFill>
                  <a:srgbClr val="FFA300"/>
                </a:solidFill>
                <a:highlight>
                  <a:srgbClr val="000000"/>
                </a:highlight>
              </a:defRPr>
            </a:lvl1pPr>
          </a:lstStyle>
          <a:p>
            <a:endParaRPr lang="th-TH">
              <a:solidFill>
                <a:srgbClr val="FFA300"/>
              </a:solidFill>
              <a:highlight>
                <a:srgbClr val="00000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25A746-9966-3D8D-BD97-5F590CBF76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892" y="0"/>
            <a:ext cx="151845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0628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E0B8-CC2B-3179-41D0-68D918CAE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98135"/>
            <a:ext cx="9144000" cy="1461729"/>
          </a:xfrm>
        </p:spPr>
        <p:txBody>
          <a:bodyPr anchor="b">
            <a:noAutofit/>
          </a:bodyPr>
          <a:lstStyle>
            <a:lvl1pPr algn="ctr">
              <a:defRPr sz="9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6FAC3-2801-96A6-0388-15D62AB4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>
              <a:defRPr lang="th-TH" dirty="0">
                <a:solidFill>
                  <a:srgbClr val="FFA300"/>
                </a:solidFill>
                <a:highlight>
                  <a:srgbClr val="000000"/>
                </a:highlight>
              </a:defRPr>
            </a:lvl1pPr>
          </a:lstStyle>
          <a:p>
            <a:endParaRPr lang="th-TH">
              <a:solidFill>
                <a:srgbClr val="FFA300"/>
              </a:solidFill>
              <a:highlight>
                <a:srgbClr val="0000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131D89-8ECC-EBD3-C17B-FB458C433D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439" y="230576"/>
            <a:ext cx="202461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871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3491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_Ma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94429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ilde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5464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ilde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02567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EBAB-7E99-E4CD-75C2-F6DBFCA09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62" y="1670576"/>
            <a:ext cx="9744076" cy="1500187"/>
          </a:xfrm>
        </p:spPr>
        <p:txBody>
          <a:bodyPr anchor="b">
            <a:normAutofit/>
          </a:bodyPr>
          <a:lstStyle>
            <a:lvl1pPr>
              <a:lnSpc>
                <a:spcPts val="4000"/>
              </a:lnSpc>
              <a:spcBef>
                <a:spcPts val="0"/>
              </a:spcBef>
              <a:spcAft>
                <a:spcPts val="1200"/>
              </a:spcAft>
              <a:defRPr sz="8800">
                <a:solidFill>
                  <a:srgbClr val="FFA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C176-5A02-F338-EEED-C7EAF6AF7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3962" y="2859881"/>
            <a:ext cx="9744076" cy="15001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10EBFF5-6028-B7DD-C669-19DDFAF1360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23962" y="4798977"/>
            <a:ext cx="3929929" cy="893059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DB Helvethaica X 65 Med" panose="02000506090000020004" pitchFamily="2" charset="-34"/>
                <a:cs typeface="DB Helvethaica X 65 Med" panose="02000506090000020004" pitchFamily="2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54B608-89D5-6752-6CBE-5DD5187049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72039" y="240278"/>
            <a:ext cx="2036865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707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EBAB-7E99-E4CD-75C2-F6DBFCA09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62" y="1670576"/>
            <a:ext cx="9744076" cy="1500187"/>
          </a:xfrm>
        </p:spPr>
        <p:txBody>
          <a:bodyPr anchor="b">
            <a:normAutofit/>
          </a:bodyPr>
          <a:lstStyle>
            <a:lvl1pPr>
              <a:lnSpc>
                <a:spcPts val="4000"/>
              </a:lnSpc>
              <a:spcBef>
                <a:spcPts val="0"/>
              </a:spcBef>
              <a:spcAft>
                <a:spcPts val="1200"/>
              </a:spcAft>
              <a:defRPr sz="8800">
                <a:solidFill>
                  <a:srgbClr val="FFA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C176-5A02-F338-EEED-C7EAF6AF7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3962" y="2859881"/>
            <a:ext cx="9744076" cy="15001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10EBFF5-6028-B7DD-C669-19DDFAF1360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23962" y="4798977"/>
            <a:ext cx="3929929" cy="893059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DB Helvethaica X 65 Med" panose="02000506090000020004" pitchFamily="2" charset="-34"/>
                <a:cs typeface="DB Helvethaica X 65 Med" panose="02000506090000020004" pitchFamily="2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5386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E0B8-CC2B-3179-41D0-68D918CAE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lnSpc>
                <a:spcPts val="10000"/>
              </a:lnSpc>
              <a:defRPr sz="9600">
                <a:solidFill>
                  <a:srgbClr val="FFA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8C606-F9D2-8FB3-00B5-B75361763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6FAC3-2801-96A6-0388-15D62AB4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540DC-85B3-2123-A28C-BA967CEE1E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72039" y="240278"/>
            <a:ext cx="2036865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534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+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3E67C0-1F4E-CFE0-734D-ED638406F8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8854" y="2493"/>
            <a:ext cx="1520971" cy="107750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rgbClr val="FFA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7ABE7E-C8A0-4FC4-C84F-157F2E26ECD9}"/>
              </a:ext>
            </a:extLst>
          </p:cNvPr>
          <p:cNvCxnSpPr>
            <a:cxnSpLocks/>
          </p:cNvCxnSpPr>
          <p:nvPr userDrawn="1"/>
        </p:nvCxnSpPr>
        <p:spPr>
          <a:xfrm>
            <a:off x="514350" y="1343025"/>
            <a:ext cx="30575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1F95396-A152-AABB-D96C-64869CDE6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86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+ Logo_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7ABE7E-C8A0-4FC4-C84F-157F2E26ECD9}"/>
              </a:ext>
            </a:extLst>
          </p:cNvPr>
          <p:cNvCxnSpPr>
            <a:cxnSpLocks/>
          </p:cNvCxnSpPr>
          <p:nvPr userDrawn="1"/>
        </p:nvCxnSpPr>
        <p:spPr>
          <a:xfrm>
            <a:off x="514350" y="1343025"/>
            <a:ext cx="3057525" cy="0"/>
          </a:xfrm>
          <a:prstGeom prst="line">
            <a:avLst/>
          </a:prstGeom>
          <a:ln>
            <a:solidFill>
              <a:srgbClr val="FFA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E4ED67A-AE1D-8885-16BB-692141EA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EC7A67-547F-C07E-0F40-4E9143CAD4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8854" y="2493"/>
            <a:ext cx="1520971" cy="107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51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DB195-8CCD-F14E-9E6B-22DA56F0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0CDE3D-A061-5E05-A054-6D0444CA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534775" cy="1325563"/>
          </a:xfrm>
        </p:spPr>
        <p:txBody>
          <a:bodyPr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1DE2C3-F793-32D1-5614-862BB2687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825625"/>
            <a:ext cx="11534775" cy="43513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44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spcBef>
                <a:spcPts val="0"/>
              </a:spcBef>
              <a:defRPr sz="40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spcBef>
                <a:spcPts val="0"/>
              </a:spcBef>
              <a:defRPr sz="36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spcBef>
                <a:spcPts val="0"/>
              </a:spcBef>
              <a:defRPr sz="32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spcBef>
                <a:spcPts val="0"/>
              </a:spcBef>
              <a:defRPr sz="32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7ABE7E-C8A0-4FC4-C84F-157F2E26ECD9}"/>
              </a:ext>
            </a:extLst>
          </p:cNvPr>
          <p:cNvCxnSpPr>
            <a:cxnSpLocks/>
          </p:cNvCxnSpPr>
          <p:nvPr userDrawn="1"/>
        </p:nvCxnSpPr>
        <p:spPr>
          <a:xfrm>
            <a:off x="514350" y="1343025"/>
            <a:ext cx="3057525" cy="0"/>
          </a:xfrm>
          <a:prstGeom prst="line">
            <a:avLst/>
          </a:prstGeom>
          <a:ln>
            <a:solidFill>
              <a:srgbClr val="FFA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E4ED67A-AE1D-8885-16BB-692141EA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16161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314F-99FF-425A-0493-DCF4EB1F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69" y="365125"/>
            <a:ext cx="115293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th-TH" sz="6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68E23-8287-14A4-EFF4-223A433C2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7870" y="1825625"/>
            <a:ext cx="567193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44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defRPr lang="en-US" sz="40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defRPr lang="en-US" sz="36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defRPr lang="en-US" sz="32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defRPr lang="th-TH" sz="32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spcBef>
                <a:spcPts val="0"/>
              </a:spcBef>
            </a:pPr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99F03-6AAF-524A-1BD5-B3098AB6B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0506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44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defRPr lang="en-US" sz="40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defRPr lang="en-US" sz="36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defRPr lang="en-US" sz="32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defRPr lang="th-TH" sz="320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spcBef>
                <a:spcPts val="0"/>
              </a:spcBef>
            </a:pPr>
            <a:r>
              <a:rPr lang="en-US"/>
              <a:t>Fifth level</a:t>
            </a:r>
            <a:endParaRPr lang="th-TH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6589F12-9847-D5F0-CBF0-AA6D94586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48466508-12F2-4F28-84CB-9F91C595576A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B3E7F1-D5BA-A01E-E799-3D8001A06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2DC84B-C173-8436-4B3A-09592B4309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8854" y="2493"/>
            <a:ext cx="1520971" cy="107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045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4DF54-088D-6F75-9F87-94A943264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4" y="365125"/>
            <a:ext cx="11464412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th-TH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DB6ED-3FA8-45AF-7D29-8D6E4E32D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794" y="1681163"/>
            <a:ext cx="5633781" cy="82391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000" dirty="0">
                <a:solidFill>
                  <a:srgbClr val="FFA300"/>
                </a:solidFill>
                <a:latin typeface="DB Helvethaica X 75 Bd" panose="02000506090000020004" pitchFamily="2" charset="-34"/>
                <a:ea typeface="+mj-ea"/>
                <a:cs typeface="DB Helvethaica X 75 Bd" panose="02000506090000020004" pitchFamily="2" charset="-3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9DF52-633A-EEB8-499B-F23BB9315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3794" y="2505075"/>
            <a:ext cx="5633781" cy="36845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3600" dirty="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defRPr lang="en-US" sz="3200" dirty="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defRPr lang="en-US" sz="2800" dirty="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defRPr lang="en-US" sz="2400" dirty="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defRPr lang="th-TH" sz="2400" dirty="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spcBef>
                <a:spcPts val="0"/>
              </a:spcBef>
            </a:pPr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FA6B13-CB9A-56FE-0117-39FDD9719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6" y="1681163"/>
            <a:ext cx="5633780" cy="82391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000">
                <a:solidFill>
                  <a:srgbClr val="FFA300"/>
                </a:solidFill>
                <a:latin typeface="DB Helvethaica X 75 Bd" panose="02000506090000020004" pitchFamily="2" charset="-34"/>
                <a:ea typeface="+mj-ea"/>
                <a:cs typeface="DB Helvethaica X 75 Bd" panose="02000506090000020004" pitchFamily="2" charset="-3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E31DE0-C566-380B-66E9-0DE916EAE2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6" y="2505075"/>
            <a:ext cx="5633780" cy="36845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3600" dirty="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1pPr>
            <a:lvl2pPr>
              <a:defRPr lang="en-US" sz="3200" dirty="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2pPr>
            <a:lvl3pPr>
              <a:defRPr lang="en-US" sz="2800" dirty="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3pPr>
            <a:lvl4pPr>
              <a:defRPr lang="en-US" sz="2400" dirty="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4pPr>
            <a:lvl5pPr>
              <a:defRPr lang="th-TH" sz="2400" dirty="0">
                <a:solidFill>
                  <a:schemeClr val="bg1"/>
                </a:solidFill>
                <a:latin typeface="DB Helvethaica X 55 Regular" panose="02000506090000020004" pitchFamily="2" charset="-34"/>
                <a:cs typeface="DB Helvethaica X 55 Regular" panose="02000506090000020004" pitchFamily="2" charset="-34"/>
              </a:defRPr>
            </a:lvl5pPr>
          </a:lstStyle>
          <a:p>
            <a:pPr lvl="0"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spcBef>
                <a:spcPts val="0"/>
              </a:spcBef>
            </a:pPr>
            <a:r>
              <a:rPr lang="en-US"/>
              <a:t>Fifth level</a:t>
            </a:r>
            <a:endParaRPr lang="th-TH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5A26E-102B-E025-AB83-9788FC5B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100" y="6356350"/>
            <a:ext cx="533400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48466508-12F2-4F28-84CB-9F91C595576A}" type="slidenum">
              <a:rPr lang="th-TH" smtClean="0"/>
              <a:pPr/>
              <a:t>‹#›</a:t>
            </a:fld>
            <a:endParaRPr lang="th-TH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C9A8E91-AB9E-FA3F-7CC6-58FAB080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/>
          <a:lstStyle>
            <a:lvl1pPr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2DA5F1-C61B-CEDE-BC64-393E75C150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98854" y="2493"/>
            <a:ext cx="1520971" cy="107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842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E0B8-CC2B-3179-41D0-68D918CAE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98135"/>
            <a:ext cx="9144000" cy="1461729"/>
          </a:xfrm>
        </p:spPr>
        <p:txBody>
          <a:bodyPr anchor="b">
            <a:noAutofit/>
          </a:bodyPr>
          <a:lstStyle>
            <a:lvl1pPr algn="ctr">
              <a:defRPr sz="9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6FAC3-2801-96A6-0388-15D62AB4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EBEE16-137D-E9A6-44B1-37F066380C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72039" y="240278"/>
            <a:ext cx="2036865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95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003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_Ma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880504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ilde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0795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ilde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147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image" Target="../media/image7.pn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12.png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FCB0D-E339-44D4-03FF-C8384AD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03AC2-6E04-774D-B244-F72AFD4CD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FCA7E-EEE6-8744-7443-8CF44E8D5A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1D388-F817-0C8F-BC72-500276520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th-TH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 sz="1400">
              <a:solidFill>
                <a:schemeClr val="tx1">
                  <a:lumMod val="65000"/>
                  <a:lumOff val="35000"/>
                </a:schemeClr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06658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0" r:id="rId2"/>
    <p:sldLayoutId id="2147483649" r:id="rId3"/>
    <p:sldLayoutId id="2147483661" r:id="rId4"/>
    <p:sldLayoutId id="2147483663" r:id="rId5"/>
    <p:sldLayoutId id="2147483662" r:id="rId6"/>
    <p:sldLayoutId id="2147483664" r:id="rId7"/>
    <p:sldLayoutId id="2147483668" r:id="rId8"/>
    <p:sldLayoutId id="2147483669" r:id="rId9"/>
    <p:sldLayoutId id="2147483652" r:id="rId10"/>
    <p:sldLayoutId id="2147483653" r:id="rId11"/>
    <p:sldLayoutId id="2147483670" r:id="rId12"/>
    <p:sldLayoutId id="2147483655" r:id="rId13"/>
    <p:sldLayoutId id="2147483665" r:id="rId14"/>
    <p:sldLayoutId id="2147483667" r:id="rId15"/>
    <p:sldLayoutId id="214748366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kern="1200">
          <a:solidFill>
            <a:schemeClr val="tx1">
              <a:lumMod val="75000"/>
              <a:lumOff val="25000"/>
            </a:schemeClr>
          </a:solidFill>
          <a:latin typeface="DB Helvethaica X 75 Bd" panose="02000506090000020004" pitchFamily="2" charset="-34"/>
          <a:ea typeface="+mj-ea"/>
          <a:cs typeface="DB Helvethaica X 75 Bd" panose="02000506090000020004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4800" kern="1200">
          <a:solidFill>
            <a:schemeClr val="tx1">
              <a:lumMod val="75000"/>
              <a:lumOff val="25000"/>
            </a:schemeClr>
          </a:solidFill>
          <a:latin typeface="DB Helvethaica X 65 Med" panose="02000506090000020004" pitchFamily="2" charset="-34"/>
          <a:ea typeface="+mn-ea"/>
          <a:cs typeface="DB Helvethaica X 65 Med" panose="02000506090000020004" pitchFamily="2" charset="-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4400" kern="1200">
          <a:solidFill>
            <a:schemeClr val="tx1">
              <a:lumMod val="75000"/>
              <a:lumOff val="25000"/>
            </a:schemeClr>
          </a:solidFill>
          <a:latin typeface="DB Helvethaica X 65 Med" panose="02000506090000020004" pitchFamily="2" charset="-34"/>
          <a:ea typeface="+mn-ea"/>
          <a:cs typeface="DB Helvethaica X 65 Med" panose="02000506090000020004" pitchFamily="2" charset="-34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75000"/>
              <a:lumOff val="25000"/>
            </a:schemeClr>
          </a:solidFill>
          <a:latin typeface="DB Helvethaica X 65 Med" panose="02000506090000020004" pitchFamily="2" charset="-34"/>
          <a:ea typeface="+mn-ea"/>
          <a:cs typeface="DB Helvethaica X 65 Med" panose="02000506090000020004" pitchFamily="2" charset="-34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75000"/>
              <a:lumOff val="25000"/>
            </a:schemeClr>
          </a:solidFill>
          <a:latin typeface="DB Helvethaica X 65 Med" panose="02000506090000020004" pitchFamily="2" charset="-34"/>
          <a:ea typeface="+mn-ea"/>
          <a:cs typeface="DB Helvethaica X 65 Med" panose="02000506090000020004" pitchFamily="2" charset="-34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75000"/>
              <a:lumOff val="25000"/>
            </a:schemeClr>
          </a:solidFill>
          <a:latin typeface="DB Helvethaica X 65 Med" panose="02000506090000020004" pitchFamily="2" charset="-34"/>
          <a:ea typeface="+mn-ea"/>
          <a:cs typeface="DB Helvethaica X 65 Med" panose="02000506090000020004" pitchFamily="2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FCB0D-E339-44D4-03FF-C8384AD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03AC2-6E04-774D-B244-F72AFD4CD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FCA7E-EEE6-8744-7443-8CF44E8D5A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1D388-F817-0C8F-BC72-500276520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th-TH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5157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27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4" r:id="rId14"/>
    <p:sldLayoutId id="2147483725" r:id="rId15"/>
    <p:sldLayoutId id="214748372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j-ea"/>
          <a:cs typeface="Browallia New" panose="020B0604020202020204" pitchFamily="34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4800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4400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FCB0D-E339-44D4-03FF-C8384AD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03AC2-6E04-774D-B244-F72AFD4CD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FCA7E-EEE6-8744-7443-8CF44E8D5A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th-TH" sz="1600" b="1">
                <a:solidFill>
                  <a:schemeClr val="tx1"/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1D388-F817-0C8F-BC72-500276520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th-TH" sz="1400" smtClean="0">
                <a:solidFill>
                  <a:schemeClr val="tx1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60857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7" r:id="rId14"/>
    <p:sldLayoutId id="2147483688" r:id="rId15"/>
    <p:sldLayoutId id="2147483689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kern="1200">
          <a:solidFill>
            <a:schemeClr val="tx1"/>
          </a:solidFill>
          <a:latin typeface="DB Helvethaica X 75 Bd" panose="02000506090000020004" pitchFamily="2" charset="-34"/>
          <a:ea typeface="+mj-ea"/>
          <a:cs typeface="DB Helvethaica X 75 Bd" panose="02000506090000020004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DB Helvethaica X 65 Med" panose="02000506090000020004" pitchFamily="2" charset="-34"/>
          <a:ea typeface="+mn-ea"/>
          <a:cs typeface="DB Helvethaica X 65 Med" panose="02000506090000020004" pitchFamily="2" charset="-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4400" kern="1200">
          <a:solidFill>
            <a:schemeClr val="tx1"/>
          </a:solidFill>
          <a:latin typeface="DB Helvethaica X 65 Med" panose="02000506090000020004" pitchFamily="2" charset="-34"/>
          <a:ea typeface="+mn-ea"/>
          <a:cs typeface="DB Helvethaica X 65 Med" panose="02000506090000020004" pitchFamily="2" charset="-34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DB Helvethaica X 65 Med" panose="02000506090000020004" pitchFamily="2" charset="-34"/>
          <a:ea typeface="+mn-ea"/>
          <a:cs typeface="DB Helvethaica X 65 Med" panose="02000506090000020004" pitchFamily="2" charset="-34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DB Helvethaica X 65 Med" panose="02000506090000020004" pitchFamily="2" charset="-34"/>
          <a:ea typeface="+mn-ea"/>
          <a:cs typeface="DB Helvethaica X 65 Med" panose="02000506090000020004" pitchFamily="2" charset="-34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DB Helvethaica X 65 Med" panose="02000506090000020004" pitchFamily="2" charset="-34"/>
          <a:ea typeface="+mn-ea"/>
          <a:cs typeface="DB Helvethaica X 65 Med" panose="02000506090000020004" pitchFamily="2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FCB0D-E339-44D4-03FF-C8384AD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03AC2-6E04-774D-B244-F72AFD4CD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FCA7E-EEE6-8744-7443-8CF44E8D5A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th-TH" sz="1600" b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A300"/>
                </a:highlight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endParaRPr lang="th-TH" sz="1600" b="1">
              <a:solidFill>
                <a:schemeClr val="tx1">
                  <a:lumMod val="75000"/>
                  <a:lumOff val="25000"/>
                </a:schemeClr>
              </a:solidFill>
              <a:highlight>
                <a:srgbClr val="FFA300"/>
              </a:highlight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1D388-F817-0C8F-BC72-500276520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th-TH" sz="1400" smtClean="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fld id="{9371A0BE-DFFC-473F-95C9-B3ADFC29BA14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42617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708" r:id="rId6"/>
    <p:sldLayoutId id="2147483700" r:id="rId7"/>
    <p:sldLayoutId id="2147483701" r:id="rId8"/>
    <p:sldLayoutId id="2147483702" r:id="rId9"/>
    <p:sldLayoutId id="2147483703" r:id="rId10"/>
    <p:sldLayoutId id="2147483705" r:id="rId11"/>
    <p:sldLayoutId id="2147483706" r:id="rId12"/>
    <p:sldLayoutId id="2147483707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kern="1200">
          <a:solidFill>
            <a:schemeClr val="bg1"/>
          </a:solidFill>
          <a:latin typeface="DB Helvethaica X 75 Bd" panose="02000506090000020004" pitchFamily="2" charset="-34"/>
          <a:ea typeface="+mj-ea"/>
          <a:cs typeface="DB Helvethaica X 75 Bd" panose="02000506090000020004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4800" kern="1200">
          <a:solidFill>
            <a:schemeClr val="bg1"/>
          </a:solidFill>
          <a:latin typeface="DB Helvethaica X 65 Med" panose="02000506090000020004" pitchFamily="2" charset="-34"/>
          <a:ea typeface="+mn-ea"/>
          <a:cs typeface="DB Helvethaica X 65 Med" panose="02000506090000020004" pitchFamily="2" charset="-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4400" kern="1200">
          <a:solidFill>
            <a:schemeClr val="bg1"/>
          </a:solidFill>
          <a:latin typeface="DB Helvethaica X 65 Med" panose="02000506090000020004" pitchFamily="2" charset="-34"/>
          <a:ea typeface="+mn-ea"/>
          <a:cs typeface="DB Helvethaica X 65 Med" panose="02000506090000020004" pitchFamily="2" charset="-34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4000" kern="1200">
          <a:solidFill>
            <a:schemeClr val="bg1"/>
          </a:solidFill>
          <a:latin typeface="DB Helvethaica X 65 Med" panose="02000506090000020004" pitchFamily="2" charset="-34"/>
          <a:ea typeface="+mn-ea"/>
          <a:cs typeface="DB Helvethaica X 65 Med" panose="02000506090000020004" pitchFamily="2" charset="-34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3600" kern="1200">
          <a:solidFill>
            <a:schemeClr val="bg1"/>
          </a:solidFill>
          <a:latin typeface="DB Helvethaica X 65 Med" panose="02000506090000020004" pitchFamily="2" charset="-34"/>
          <a:ea typeface="+mn-ea"/>
          <a:cs typeface="DB Helvethaica X 65 Med" panose="02000506090000020004" pitchFamily="2" charset="-34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3600" kern="1200">
          <a:solidFill>
            <a:schemeClr val="bg1"/>
          </a:solidFill>
          <a:latin typeface="DB Helvethaica X 65 Med" panose="02000506090000020004" pitchFamily="2" charset="-34"/>
          <a:ea typeface="+mn-ea"/>
          <a:cs typeface="DB Helvethaica X 65 Med" panose="02000506090000020004" pitchFamily="2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988CE65-31EE-7C30-1DCD-D5E52B077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62" y="2090145"/>
            <a:ext cx="9744076" cy="736826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Browallia New" panose="020B0604020202020204" pitchFamily="34" charset="-34"/>
                <a:cs typeface="Browallia New" panose="020B0604020202020204" pitchFamily="34" charset="-34"/>
              </a:rPr>
              <a:t>SET Research Scholarship 2026</a:t>
            </a:r>
            <a:endParaRPr lang="th-TH" sz="4800" b="1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305E013-B6D3-9B5F-8267-9A372D2FC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3962" y="2883477"/>
            <a:ext cx="9744076" cy="150018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“………………….……..(Research Topic)...............................................”</a:t>
            </a:r>
            <a:endParaRPr lang="th-TH" sz="3200" dirty="0">
              <a:solidFill>
                <a:schemeClr val="tx1"/>
              </a:solidFill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0E75E1A-7EFD-9CB2-43AD-48A1FCA26572}"/>
              </a:ext>
            </a:extLst>
          </p:cNvPr>
          <p:cNvSpPr txBox="1">
            <a:spLocks/>
          </p:cNvSpPr>
          <p:nvPr/>
        </p:nvSpPr>
        <p:spPr>
          <a:xfrm>
            <a:off x="1223962" y="4227632"/>
            <a:ext cx="7628619" cy="1440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82563"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BB033"/>
              </a:buClr>
              <a:buSzTx/>
              <a:buFont typeface="Arial"/>
              <a:buNone/>
              <a:tabLst/>
              <a:defRPr/>
            </a:pPr>
            <a:r>
              <a:rPr lang="en-GB" sz="2400" dirty="0">
                <a:latin typeface="Browallia New"/>
                <a:cs typeface="Browallia New"/>
              </a:rPr>
              <a:t>By</a:t>
            </a:r>
            <a:endParaRPr lang="en-US" sz="2400" dirty="0">
              <a:latin typeface="Browallia New"/>
              <a:cs typeface="Browallia New"/>
            </a:endParaRPr>
          </a:p>
          <a:p>
            <a:pPr marL="182563">
              <a:spcBef>
                <a:spcPct val="20000"/>
              </a:spcBef>
              <a:buClr>
                <a:srgbClr val="FBB033"/>
              </a:buClr>
              <a:defRPr/>
            </a:pPr>
            <a:r>
              <a:rPr lang="en-GB" sz="2400" dirty="0">
                <a:latin typeface="Browallia New"/>
                <a:cs typeface="Browallia New"/>
              </a:rPr>
              <a:t>Researcher’s name, </a:t>
            </a:r>
            <a:r>
              <a:rPr lang="en-US" sz="2400" dirty="0">
                <a:latin typeface="Browallia New"/>
                <a:cs typeface="Browallia New"/>
              </a:rPr>
              <a:t>Degree, Faculty, University’s Name</a:t>
            </a:r>
          </a:p>
          <a:p>
            <a:pPr marL="182563" defTabSz="457200">
              <a:spcBef>
                <a:spcPct val="20000"/>
              </a:spcBef>
              <a:buClr>
                <a:srgbClr val="FBB033"/>
              </a:buClr>
              <a:defRPr/>
            </a:pPr>
            <a:r>
              <a:rPr lang="en-GB" sz="2400" dirty="0">
                <a:latin typeface="Browallia New"/>
                <a:cs typeface="Browallia New"/>
              </a:rPr>
              <a:t>Research advisor…….(Advisor’s name)……….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921B34-890D-6F77-15A6-47C2ECE653F5}"/>
              </a:ext>
            </a:extLst>
          </p:cNvPr>
          <p:cNvSpPr/>
          <p:nvPr/>
        </p:nvSpPr>
        <p:spPr>
          <a:xfrm>
            <a:off x="4876452" y="695761"/>
            <a:ext cx="3271956" cy="646331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Browallia New" pitchFamily="34" charset="-34"/>
                <a:cs typeface="Browallia New" pitchFamily="34" charset="-34"/>
              </a:rPr>
              <a:t>Note: Please replace this box with your university logo in the slide master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646872-0D06-897A-54DF-56FDEB77C62D}"/>
              </a:ext>
            </a:extLst>
          </p:cNvPr>
          <p:cNvSpPr/>
          <p:nvPr/>
        </p:nvSpPr>
        <p:spPr>
          <a:xfrm>
            <a:off x="8261529" y="239765"/>
            <a:ext cx="1615472" cy="144810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University</a:t>
            </a:r>
          </a:p>
          <a:p>
            <a:pPr algn="ctr"/>
            <a:r>
              <a:rPr lang="en-US" sz="24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Logo</a:t>
            </a:r>
            <a:endParaRPr lang="th-TH" sz="2400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C7116E0C-B12C-ADF1-886A-DD710E37C5C9}"/>
              </a:ext>
            </a:extLst>
          </p:cNvPr>
          <p:cNvSpPr txBox="1">
            <a:spLocks/>
          </p:cNvSpPr>
          <p:nvPr/>
        </p:nvSpPr>
        <p:spPr>
          <a:xfrm>
            <a:off x="1223962" y="5581092"/>
            <a:ext cx="4212431" cy="4933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>
              <a:buNone/>
              <a:defRPr sz="29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182563">
              <a:spcBef>
                <a:spcPct val="20000"/>
              </a:spcBef>
              <a:buClr>
                <a:srgbClr val="FBB033"/>
              </a:buClr>
              <a:defRPr/>
            </a:pPr>
            <a:r>
              <a:rPr lang="en-US" sz="2400" dirty="0">
                <a:solidFill>
                  <a:schemeClr val="tx1"/>
                </a:solidFill>
                <a:latin typeface="Browallia New"/>
                <a:cs typeface="Browallia New"/>
              </a:rPr>
              <a:t>SET Research Clinic: 19 June 2026</a:t>
            </a:r>
            <a:endParaRPr lang="th-TH" sz="2400" dirty="0">
              <a:solidFill>
                <a:schemeClr val="tx1"/>
              </a:solidFill>
              <a:latin typeface="Browallia New"/>
              <a:cs typeface="Browallia New"/>
            </a:endParaRPr>
          </a:p>
          <a:p>
            <a:pPr marL="182563">
              <a:spcBef>
                <a:spcPct val="20000"/>
              </a:spcBef>
              <a:buClr>
                <a:srgbClr val="FBB033"/>
              </a:buClr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rowallia New"/>
              <a:cs typeface="Browallia New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09E132-FBF6-44CE-AB33-45EC2923B3A2}"/>
              </a:ext>
            </a:extLst>
          </p:cNvPr>
          <p:cNvSpPr txBox="1"/>
          <p:nvPr/>
        </p:nvSpPr>
        <p:spPr>
          <a:xfrm>
            <a:off x="7877752" y="5346420"/>
            <a:ext cx="3998497" cy="646331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Note: Please do not change the text font, font size, and  font colour.</a:t>
            </a:r>
            <a:endParaRPr lang="en-US" sz="1800" b="1" dirty="0">
              <a:solidFill>
                <a:schemeClr val="bg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72950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1FC928-BA93-5060-9277-8D2D43BD7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1A0BE-DFFC-473F-95C9-B3ADFC29BA14}" type="slidenum">
              <a:rPr lang="th-TH" smtClean="0"/>
              <a:pPr/>
              <a:t>2</a:t>
            </a:fld>
            <a:endParaRPr lang="th-TH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AEC2A90-D152-A074-A4AB-1CA5EFF5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7" y="239229"/>
            <a:ext cx="11534775" cy="1325563"/>
          </a:xfrm>
        </p:spPr>
        <p:txBody>
          <a:bodyPr>
            <a:normAutofit/>
          </a:bodyPr>
          <a:lstStyle/>
          <a:p>
            <a:r>
              <a:rPr lang="en-US" sz="4600" b="1" dirty="0">
                <a:latin typeface="Browallia New" panose="020B0604020202020204" pitchFamily="34" charset="-34"/>
                <a:cs typeface="Browallia New" panose="020B0604020202020204" pitchFamily="34" charset="-34"/>
              </a:rPr>
              <a:t>Headline Title (Browallia Bold 40-46 pt)</a:t>
            </a:r>
            <a:endParaRPr lang="th-TH" sz="4600" b="1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F43510-1879-B361-57BD-57EFF70C7EAE}"/>
              </a:ext>
            </a:extLst>
          </p:cNvPr>
          <p:cNvSpPr/>
          <p:nvPr/>
        </p:nvSpPr>
        <p:spPr>
          <a:xfrm>
            <a:off x="400048" y="1353850"/>
            <a:ext cx="561564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Sub-headline Sentence (Browallia Regular 30pt)</a:t>
            </a:r>
            <a:endParaRPr lang="th-TH" sz="3000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2C0F7AD-B684-DC41-E10A-915126D4FEC7}"/>
              </a:ext>
            </a:extLst>
          </p:cNvPr>
          <p:cNvSpPr txBox="1">
            <a:spLocks/>
          </p:cNvSpPr>
          <p:nvPr/>
        </p:nvSpPr>
        <p:spPr>
          <a:xfrm>
            <a:off x="559119" y="1907848"/>
            <a:ext cx="7657230" cy="3633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Browallia New" pitchFamily="34" charset="-34"/>
                <a:cs typeface="Browallia New" pitchFamily="34" charset="-34"/>
              </a:rPr>
              <a:t>Introduction</a:t>
            </a:r>
          </a:p>
          <a:p>
            <a:pPr lvl="1"/>
            <a:r>
              <a:rPr lang="en-US" dirty="0">
                <a:latin typeface="Browallia New" pitchFamily="34" charset="-34"/>
                <a:cs typeface="Browallia New" pitchFamily="34" charset="-34"/>
              </a:rPr>
              <a:t>Problem Statement</a:t>
            </a:r>
          </a:p>
          <a:p>
            <a:pPr lvl="1"/>
            <a:r>
              <a:rPr lang="en-US" dirty="0">
                <a:latin typeface="Browallia New" pitchFamily="34" charset="-34"/>
                <a:cs typeface="Browallia New" pitchFamily="34" charset="-34"/>
              </a:rPr>
              <a:t>Purpose of Study</a:t>
            </a:r>
          </a:p>
          <a:p>
            <a:pPr lvl="1"/>
            <a:r>
              <a:rPr lang="en-US" dirty="0">
                <a:latin typeface="Browallia New" pitchFamily="34" charset="-34"/>
                <a:cs typeface="Browallia New" pitchFamily="34" charset="-34"/>
              </a:rPr>
              <a:t>Significant of Research</a:t>
            </a:r>
          </a:p>
          <a:p>
            <a:r>
              <a:rPr lang="en-US" sz="2400" dirty="0">
                <a:latin typeface="Browallia New" pitchFamily="34" charset="-34"/>
                <a:cs typeface="Browallia New" pitchFamily="34" charset="-34"/>
              </a:rPr>
              <a:t>Literature review </a:t>
            </a:r>
          </a:p>
          <a:p>
            <a:r>
              <a:rPr lang="en-US" sz="2400" dirty="0">
                <a:latin typeface="Browallia New" pitchFamily="34" charset="-34"/>
                <a:cs typeface="Browallia New" pitchFamily="34" charset="-34"/>
              </a:rPr>
              <a:t>Data description</a:t>
            </a:r>
          </a:p>
          <a:p>
            <a:r>
              <a:rPr lang="en-US" sz="2400" dirty="0">
                <a:latin typeface="Browallia New" pitchFamily="34" charset="-34"/>
                <a:cs typeface="Browallia New" pitchFamily="34" charset="-34"/>
              </a:rPr>
              <a:t>Methodology </a:t>
            </a:r>
          </a:p>
          <a:p>
            <a:r>
              <a:rPr lang="en-US" sz="2400" dirty="0">
                <a:latin typeface="Browallia New" pitchFamily="34" charset="-34"/>
                <a:cs typeface="Browallia New" pitchFamily="34" charset="-34"/>
              </a:rPr>
              <a:t>Summary of Findings </a:t>
            </a:r>
          </a:p>
          <a:p>
            <a:r>
              <a:rPr lang="en-US" sz="2400" dirty="0">
                <a:latin typeface="Browallia New" pitchFamily="34" charset="-34"/>
                <a:cs typeface="Browallia New" pitchFamily="34" charset="-34"/>
              </a:rPr>
              <a:t>In case of applying for the Corporate Value Enhancement Research Award, please clearly specify the linkages to Corporate Value Up and JUMP+ Initiative</a:t>
            </a:r>
          </a:p>
          <a:p>
            <a:r>
              <a:rPr lang="en-US" sz="2400" dirty="0">
                <a:latin typeface="Browallia New" pitchFamily="34" charset="-34"/>
                <a:cs typeface="Browallia New" pitchFamily="34" charset="-34"/>
              </a:rPr>
              <a:t>Reference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3FD032-7CE7-4E24-08DD-9F0B22FE9347}"/>
              </a:ext>
            </a:extLst>
          </p:cNvPr>
          <p:cNvSpPr txBox="1"/>
          <p:nvPr/>
        </p:nvSpPr>
        <p:spPr>
          <a:xfrm>
            <a:off x="6148385" y="3148427"/>
            <a:ext cx="3753897" cy="923330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Note: </a:t>
            </a:r>
            <a:r>
              <a:rPr lang="en-US" sz="1800" b="1" dirty="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Please use the font named “Browallia New</a:t>
            </a:r>
            <a:r>
              <a:rPr lang="en-GB" sz="1800" b="1" dirty="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”.  If you need to adjust the font size, please make it consistent throughout the presentation</a:t>
            </a:r>
            <a:endParaRPr lang="en-US" sz="1800" b="1" dirty="0">
              <a:solidFill>
                <a:schemeClr val="bg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25006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4062ACD-8DB3-6D12-2794-A7831E7A855B}"/>
              </a:ext>
            </a:extLst>
          </p:cNvPr>
          <p:cNvSpPr txBox="1">
            <a:spLocks/>
          </p:cNvSpPr>
          <p:nvPr/>
        </p:nvSpPr>
        <p:spPr>
          <a:xfrm>
            <a:off x="1524000" y="2643087"/>
            <a:ext cx="9144000" cy="14528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600" kern="12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75 Bd" panose="02000506090000020004" pitchFamily="2" charset="-34"/>
                <a:ea typeface="+mj-ea"/>
                <a:cs typeface="DB Helvethaica X 75 Bd" panose="02000506090000020004" pitchFamily="2" charset="-34"/>
              </a:defRPr>
            </a:lvl1pPr>
          </a:lstStyle>
          <a:p>
            <a:r>
              <a:rPr lang="en-US" sz="8800" b="1">
                <a:latin typeface="Browallia New" panose="020B0604020202020204" pitchFamily="34" charset="-34"/>
                <a:cs typeface="Browallia New" panose="020B0604020202020204" pitchFamily="34" charset="-34"/>
              </a:rPr>
              <a:t>Appendix</a:t>
            </a:r>
            <a:endParaRPr lang="th-TH" sz="8800" b="1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80929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700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1A40E-CB04-53C8-CF5C-383E3560B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57E15D7-50DE-27B8-30DD-75628E3B8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62" y="2090145"/>
            <a:ext cx="9744076" cy="736826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Browallia New" panose="020B0604020202020204" pitchFamily="34" charset="-34"/>
                <a:cs typeface="Browallia New" panose="020B0604020202020204" pitchFamily="34" charset="-34"/>
              </a:rPr>
              <a:t>SET Research Scholarship 2026</a:t>
            </a:r>
            <a:endParaRPr lang="th-TH" sz="4800" b="1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B2E2D23-5212-357B-52BD-A21EC986A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3962" y="2883477"/>
            <a:ext cx="9744076" cy="150018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The Impact of Corporate Governance on Firm Value under the Context of Fraud in the Thai Capital Market.</a:t>
            </a:r>
            <a:endParaRPr lang="th-TH" sz="3200" b="1" dirty="0">
              <a:solidFill>
                <a:schemeClr val="tx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613F7E1-9262-03C3-DDE4-7B6CBE0E85F3}"/>
              </a:ext>
            </a:extLst>
          </p:cNvPr>
          <p:cNvSpPr txBox="1">
            <a:spLocks/>
          </p:cNvSpPr>
          <p:nvPr/>
        </p:nvSpPr>
        <p:spPr>
          <a:xfrm>
            <a:off x="1223962" y="4227632"/>
            <a:ext cx="10218738" cy="1440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82563" defTabSz="457200">
              <a:spcBef>
                <a:spcPct val="20000"/>
              </a:spcBef>
              <a:buClr>
                <a:srgbClr val="FBB033"/>
              </a:buClr>
              <a:defRPr/>
            </a:pPr>
            <a:r>
              <a:rPr lang="en-GB" sz="2400" dirty="0">
                <a:latin typeface="Browallia New"/>
                <a:cs typeface="Browallia New"/>
              </a:rPr>
              <a:t>By</a:t>
            </a:r>
            <a:endParaRPr lang="en-US" sz="2400" dirty="0">
              <a:latin typeface="Browallia New"/>
              <a:cs typeface="Browallia New"/>
            </a:endParaRPr>
          </a:p>
          <a:p>
            <a:pPr marL="182563" defTabSz="457200">
              <a:spcBef>
                <a:spcPct val="20000"/>
              </a:spcBef>
              <a:buClr>
                <a:srgbClr val="FBB033"/>
              </a:buClr>
              <a:defRPr/>
            </a:pPr>
            <a:r>
              <a:rPr lang="en-US" sz="2400" dirty="0">
                <a:latin typeface="Browallia New"/>
                <a:cs typeface="Browallia New"/>
              </a:rPr>
              <a:t>Pruesaji Limsuwankesorn, Bachelor of Economics, Thammasat University.</a:t>
            </a:r>
          </a:p>
          <a:p>
            <a:pPr marL="182563" defTabSz="457200">
              <a:spcBef>
                <a:spcPct val="20000"/>
              </a:spcBef>
              <a:buClr>
                <a:srgbClr val="FBB033"/>
              </a:buClr>
              <a:defRPr/>
            </a:pPr>
            <a:r>
              <a:rPr lang="en-GB" sz="2400" dirty="0">
                <a:latin typeface="Browallia New"/>
                <a:cs typeface="Browallia New"/>
              </a:rPr>
              <a:t>Research advisor Panit </a:t>
            </a:r>
            <a:r>
              <a:rPr lang="en-GB" sz="2400" dirty="0" err="1">
                <a:latin typeface="Browallia New"/>
                <a:cs typeface="Browallia New"/>
              </a:rPr>
              <a:t>Wattanakoon</a:t>
            </a:r>
            <a:r>
              <a:rPr lang="en-GB" sz="2400" dirty="0">
                <a:latin typeface="Browallia New"/>
                <a:cs typeface="Browallia New"/>
              </a:rPr>
              <a:t>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4F13E703-63D5-A4C7-9B37-84FCF28307A1}"/>
              </a:ext>
            </a:extLst>
          </p:cNvPr>
          <p:cNvSpPr txBox="1">
            <a:spLocks/>
          </p:cNvSpPr>
          <p:nvPr/>
        </p:nvSpPr>
        <p:spPr>
          <a:xfrm>
            <a:off x="1223962" y="5581092"/>
            <a:ext cx="4212431" cy="4933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>
              <a:buNone/>
              <a:defRPr sz="29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182563">
              <a:spcBef>
                <a:spcPct val="20000"/>
              </a:spcBef>
              <a:buClr>
                <a:srgbClr val="FBB033"/>
              </a:buClr>
              <a:defRPr/>
            </a:pPr>
            <a:r>
              <a:rPr lang="en-US" sz="2400" dirty="0">
                <a:solidFill>
                  <a:schemeClr val="tx1"/>
                </a:solidFill>
                <a:latin typeface="Browallia New"/>
                <a:cs typeface="Browallia New"/>
              </a:rPr>
              <a:t>SET Research Clinic: 19 June 2026</a:t>
            </a:r>
            <a:endParaRPr lang="th-TH" sz="2400" dirty="0">
              <a:solidFill>
                <a:schemeClr val="tx1"/>
              </a:solidFill>
              <a:latin typeface="Browallia New"/>
              <a:cs typeface="Browallia New"/>
            </a:endParaRPr>
          </a:p>
          <a:p>
            <a:pPr marL="182563">
              <a:spcBef>
                <a:spcPct val="20000"/>
              </a:spcBef>
              <a:buClr>
                <a:srgbClr val="FBB033"/>
              </a:buClr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rowallia New"/>
              <a:cs typeface="Browallia New"/>
            </a:endParaRPr>
          </a:p>
        </p:txBody>
      </p:sp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7987A081-B60E-C75C-8AF2-D537E301B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7335" y="321885"/>
            <a:ext cx="1283860" cy="128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16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D4898-7E2A-1006-BB3C-63C8B8FE8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7859A5-E57A-DC54-0AD9-24C6C4D38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1A0BE-DFFC-473F-95C9-B3ADFC29BA14}" type="slidenum">
              <a:rPr lang="th-TH" smtClean="0"/>
              <a:pPr/>
              <a:t>6</a:t>
            </a:fld>
            <a:endParaRPr lang="th-TH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99C328-2DC4-95D0-33F9-845CE32B5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7" y="239229"/>
            <a:ext cx="11534775" cy="1325563"/>
          </a:xfrm>
        </p:spPr>
        <p:txBody>
          <a:bodyPr>
            <a:normAutofit/>
          </a:bodyPr>
          <a:lstStyle/>
          <a:p>
            <a:r>
              <a:rPr lang="en-US" sz="4600" b="1" dirty="0">
                <a:latin typeface="Browallia New" panose="020B0604020202020204" pitchFamily="34" charset="-34"/>
                <a:cs typeface="Browallia New" panose="020B0604020202020204" pitchFamily="34" charset="-34"/>
              </a:rPr>
              <a:t>Headline Title (Browallia Bold 40-46 pt)</a:t>
            </a:r>
            <a:endParaRPr lang="th-TH" sz="4600" b="1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06472A-8C0B-2C21-E253-4EEA54872108}"/>
              </a:ext>
            </a:extLst>
          </p:cNvPr>
          <p:cNvSpPr/>
          <p:nvPr/>
        </p:nvSpPr>
        <p:spPr>
          <a:xfrm>
            <a:off x="400048" y="1353850"/>
            <a:ext cx="561564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Sub-headline Sentence (Browallia Regular 30pt)</a:t>
            </a:r>
            <a:endParaRPr lang="th-TH" sz="3000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313A8D5-2662-7B83-BE89-7F9B3BFCB67A}"/>
              </a:ext>
            </a:extLst>
          </p:cNvPr>
          <p:cNvSpPr txBox="1">
            <a:spLocks/>
          </p:cNvSpPr>
          <p:nvPr/>
        </p:nvSpPr>
        <p:spPr>
          <a:xfrm>
            <a:off x="559119" y="1907848"/>
            <a:ext cx="7657230" cy="3633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Browallia New" pitchFamily="34" charset="-34"/>
                <a:cs typeface="Browallia New" pitchFamily="34" charset="-34"/>
              </a:rPr>
              <a:t>Introduction</a:t>
            </a:r>
          </a:p>
          <a:p>
            <a:pPr lvl="1"/>
            <a:r>
              <a:rPr lang="en-US" dirty="0">
                <a:latin typeface="Browallia New" pitchFamily="34" charset="-34"/>
                <a:cs typeface="Browallia New" pitchFamily="34" charset="-34"/>
              </a:rPr>
              <a:t>Problem Statement</a:t>
            </a:r>
          </a:p>
          <a:p>
            <a:pPr lvl="1"/>
            <a:r>
              <a:rPr lang="en-US" dirty="0">
                <a:latin typeface="Browallia New" pitchFamily="34" charset="-34"/>
                <a:cs typeface="Browallia New" pitchFamily="34" charset="-34"/>
              </a:rPr>
              <a:t>Purpose of Study</a:t>
            </a:r>
          </a:p>
          <a:p>
            <a:pPr lvl="1"/>
            <a:r>
              <a:rPr lang="en-US" dirty="0">
                <a:latin typeface="Browallia New" pitchFamily="34" charset="-34"/>
                <a:cs typeface="Browallia New" pitchFamily="34" charset="-34"/>
              </a:rPr>
              <a:t>Significant of Research</a:t>
            </a:r>
          </a:p>
          <a:p>
            <a:r>
              <a:rPr lang="en-US" sz="2400" dirty="0">
                <a:latin typeface="Browallia New" pitchFamily="34" charset="-34"/>
                <a:cs typeface="Browallia New" pitchFamily="34" charset="-34"/>
              </a:rPr>
              <a:t>Literature review </a:t>
            </a:r>
          </a:p>
          <a:p>
            <a:r>
              <a:rPr lang="en-US" sz="2400" dirty="0">
                <a:latin typeface="Browallia New" pitchFamily="34" charset="-34"/>
                <a:cs typeface="Browallia New" pitchFamily="34" charset="-34"/>
              </a:rPr>
              <a:t>Data description</a:t>
            </a:r>
          </a:p>
          <a:p>
            <a:r>
              <a:rPr lang="en-US" sz="2400" dirty="0">
                <a:latin typeface="Browallia New" pitchFamily="34" charset="-34"/>
                <a:cs typeface="Browallia New" pitchFamily="34" charset="-34"/>
              </a:rPr>
              <a:t>Methodology </a:t>
            </a:r>
          </a:p>
          <a:p>
            <a:r>
              <a:rPr lang="en-US" sz="2400" dirty="0">
                <a:latin typeface="Browallia New" pitchFamily="34" charset="-34"/>
                <a:cs typeface="Browallia New" pitchFamily="34" charset="-34"/>
              </a:rPr>
              <a:t>Summary of Findings </a:t>
            </a:r>
          </a:p>
          <a:p>
            <a:r>
              <a:rPr lang="en-US" sz="2400" dirty="0">
                <a:latin typeface="Browallia New" pitchFamily="34" charset="-34"/>
                <a:cs typeface="Browallia New" pitchFamily="34" charset="-34"/>
              </a:rPr>
              <a:t>In case of applying for the Corporate Value Enhancement Research Award, please clearly specify the linkages to Corporate Value Up and JUMP+ Initiative</a:t>
            </a:r>
          </a:p>
          <a:p>
            <a:r>
              <a:rPr lang="en-US" sz="2400" dirty="0">
                <a:latin typeface="Browallia New" pitchFamily="34" charset="-34"/>
                <a:cs typeface="Browallia New" pitchFamily="34" charset="-34"/>
              </a:rPr>
              <a:t>Reference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54F292-21A5-CC62-A4DD-00C9365E4C35}"/>
              </a:ext>
            </a:extLst>
          </p:cNvPr>
          <p:cNvSpPr txBox="1"/>
          <p:nvPr/>
        </p:nvSpPr>
        <p:spPr>
          <a:xfrm>
            <a:off x="6148385" y="3148427"/>
            <a:ext cx="3753897" cy="923330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Note: </a:t>
            </a:r>
            <a:r>
              <a:rPr lang="en-US" sz="1800" b="1" dirty="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Please use the font named “Browallia New</a:t>
            </a:r>
            <a:r>
              <a:rPr lang="en-GB" sz="1800" b="1" dirty="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”.  If you need to adjust the font size, please make it consistent throughout the presentation</a:t>
            </a:r>
            <a:endParaRPr lang="en-US" sz="1800" b="1" dirty="0">
              <a:solidFill>
                <a:schemeClr val="bg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36727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7C695-D1B0-695F-52D2-758DF088D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4FF96E-74E5-5769-95AD-618B8A60A7A7}"/>
              </a:ext>
            </a:extLst>
          </p:cNvPr>
          <p:cNvSpPr txBox="1">
            <a:spLocks/>
          </p:cNvSpPr>
          <p:nvPr/>
        </p:nvSpPr>
        <p:spPr>
          <a:xfrm>
            <a:off x="1524000" y="2643087"/>
            <a:ext cx="9144000" cy="14528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600" kern="1200">
                <a:solidFill>
                  <a:schemeClr val="tx1">
                    <a:lumMod val="75000"/>
                    <a:lumOff val="25000"/>
                  </a:schemeClr>
                </a:solidFill>
                <a:latin typeface="DB Helvethaica X 75 Bd" panose="02000506090000020004" pitchFamily="2" charset="-34"/>
                <a:ea typeface="+mj-ea"/>
                <a:cs typeface="DB Helvethaica X 75 Bd" panose="02000506090000020004" pitchFamily="2" charset="-34"/>
              </a:defRPr>
            </a:lvl1pPr>
          </a:lstStyle>
          <a:p>
            <a:r>
              <a:rPr lang="en-US" sz="8800" b="1">
                <a:latin typeface="Browallia New" panose="020B0604020202020204" pitchFamily="34" charset="-34"/>
                <a:cs typeface="Browallia New" panose="020B0604020202020204" pitchFamily="34" charset="-34"/>
              </a:rPr>
              <a:t>Appendix</a:t>
            </a:r>
            <a:endParaRPr lang="th-TH" sz="8800" b="1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93831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B838D-67C4-7FDB-C1CB-5662F28FB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90078"/>
      </p:ext>
    </p:extLst>
  </p:cSld>
  <p:clrMapOvr>
    <a:masterClrMapping/>
  </p:clrMapOvr>
</p:sld>
</file>

<file path=ppt/theme/theme1.xml><?xml version="1.0" encoding="utf-8"?>
<a:theme xmlns:a="http://schemas.openxmlformats.org/drawingml/2006/main" name="1_SET White Theme">
  <a:themeElements>
    <a:clrScheme name="SET_Yellow">
      <a:dk1>
        <a:sysClr val="windowText" lastClr="000000"/>
      </a:dk1>
      <a:lt1>
        <a:sysClr val="window" lastClr="FFFFFF"/>
      </a:lt1>
      <a:dk2>
        <a:srgbClr val="3F3F3F"/>
      </a:dk2>
      <a:lt2>
        <a:srgbClr val="F2F2F2"/>
      </a:lt2>
      <a:accent1>
        <a:srgbClr val="7F7F7F"/>
      </a:accent1>
      <a:accent2>
        <a:srgbClr val="FFA300"/>
      </a:accent2>
      <a:accent3>
        <a:srgbClr val="FFCC65"/>
      </a:accent3>
      <a:accent4>
        <a:srgbClr val="FFA32D"/>
      </a:accent4>
      <a:accent5>
        <a:srgbClr val="FFCD00"/>
      </a:accent5>
      <a:accent6>
        <a:srgbClr val="BFBFBF"/>
      </a:accent6>
      <a:hlink>
        <a:srgbClr val="FFA300"/>
      </a:hlink>
      <a:folHlink>
        <a:srgbClr val="FFCD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SET White Theme_Browalia">
  <a:themeElements>
    <a:clrScheme name="SET_Yellow">
      <a:dk1>
        <a:sysClr val="windowText" lastClr="000000"/>
      </a:dk1>
      <a:lt1>
        <a:sysClr val="window" lastClr="FFFFFF"/>
      </a:lt1>
      <a:dk2>
        <a:srgbClr val="3F3F3F"/>
      </a:dk2>
      <a:lt2>
        <a:srgbClr val="F2F2F2"/>
      </a:lt2>
      <a:accent1>
        <a:srgbClr val="7F7F7F"/>
      </a:accent1>
      <a:accent2>
        <a:srgbClr val="FFA300"/>
      </a:accent2>
      <a:accent3>
        <a:srgbClr val="FFCC65"/>
      </a:accent3>
      <a:accent4>
        <a:srgbClr val="FFA32D"/>
      </a:accent4>
      <a:accent5>
        <a:srgbClr val="FFCD00"/>
      </a:accent5>
      <a:accent6>
        <a:srgbClr val="BFBFBF"/>
      </a:accent6>
      <a:hlink>
        <a:srgbClr val="FFA300"/>
      </a:hlink>
      <a:folHlink>
        <a:srgbClr val="FFCD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SET CI Color Theme">
  <a:themeElements>
    <a:clrScheme name="SET_Yellow">
      <a:dk1>
        <a:sysClr val="windowText" lastClr="000000"/>
      </a:dk1>
      <a:lt1>
        <a:sysClr val="window" lastClr="FFFFFF"/>
      </a:lt1>
      <a:dk2>
        <a:srgbClr val="3F3F3F"/>
      </a:dk2>
      <a:lt2>
        <a:srgbClr val="F2F2F2"/>
      </a:lt2>
      <a:accent1>
        <a:srgbClr val="7F7F7F"/>
      </a:accent1>
      <a:accent2>
        <a:srgbClr val="FFA300"/>
      </a:accent2>
      <a:accent3>
        <a:srgbClr val="FFCC65"/>
      </a:accent3>
      <a:accent4>
        <a:srgbClr val="FFA32D"/>
      </a:accent4>
      <a:accent5>
        <a:srgbClr val="FFCD00"/>
      </a:accent5>
      <a:accent6>
        <a:srgbClr val="BFBFBF"/>
      </a:accent6>
      <a:hlink>
        <a:srgbClr val="FFA300"/>
      </a:hlink>
      <a:folHlink>
        <a:srgbClr val="FFCD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SET Dark Theme">
  <a:themeElements>
    <a:clrScheme name="SET_Yellow">
      <a:dk1>
        <a:sysClr val="windowText" lastClr="000000"/>
      </a:dk1>
      <a:lt1>
        <a:sysClr val="window" lastClr="FFFFFF"/>
      </a:lt1>
      <a:dk2>
        <a:srgbClr val="3F3F3F"/>
      </a:dk2>
      <a:lt2>
        <a:srgbClr val="F2F2F2"/>
      </a:lt2>
      <a:accent1>
        <a:srgbClr val="7F7F7F"/>
      </a:accent1>
      <a:accent2>
        <a:srgbClr val="FFA300"/>
      </a:accent2>
      <a:accent3>
        <a:srgbClr val="FFCC65"/>
      </a:accent3>
      <a:accent4>
        <a:srgbClr val="FFA32D"/>
      </a:accent4>
      <a:accent5>
        <a:srgbClr val="FFCD00"/>
      </a:accent5>
      <a:accent6>
        <a:srgbClr val="BFBFBF"/>
      </a:accent6>
      <a:hlink>
        <a:srgbClr val="FFA300"/>
      </a:hlink>
      <a:folHlink>
        <a:srgbClr val="FFCD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468658-b71d-45a6-b82e-091e09cdb735">
      <Terms xmlns="http://schemas.microsoft.com/office/infopath/2007/PartnerControls"/>
    </lcf76f155ced4ddcb4097134ff3c332f>
    <TaxCatchAll xmlns="6a095a77-6af3-449d-a152-f2fa2a0a6fe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007572FBED1A4A8CB974894542F3D8" ma:contentTypeVersion="24" ma:contentTypeDescription="Create a new document." ma:contentTypeScope="" ma:versionID="065ff2bd90bd8ca37bd4eedd26a89159">
  <xsd:schema xmlns:xsd="http://www.w3.org/2001/XMLSchema" xmlns:xs="http://www.w3.org/2001/XMLSchema" xmlns:p="http://schemas.microsoft.com/office/2006/metadata/properties" xmlns:ns2="6a095a77-6af3-449d-a152-f2fa2a0a6fe9" xmlns:ns3="06468658-b71d-45a6-b82e-091e09cdb735" targetNamespace="http://schemas.microsoft.com/office/2006/metadata/properties" ma:root="true" ma:fieldsID="0906f973aae8baf1e420fd052a2f779f" ns2:_="" ns3:_="">
    <xsd:import namespace="6a095a77-6af3-449d-a152-f2fa2a0a6fe9"/>
    <xsd:import namespace="06468658-b71d-45a6-b82e-091e09cdb73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OCR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095a77-6af3-449d-a152-f2fa2a0a6fe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5" nillable="true" ma:displayName="Taxonomy Catch All Column" ma:hidden="true" ma:list="{56e2789e-c3da-4c2b-b528-eb49ba79077b}" ma:internalName="TaxCatchAll" ma:showField="CatchAllData" ma:web="6a095a77-6af3-449d-a152-f2fa2a0a6f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468658-b71d-45a6-b82e-091e09cdb7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2374ab24-d0bb-4ceb-b456-427fdb26dcd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.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9CBA81-277A-4AE1-8DE3-E8E285C0BAA6}">
  <ds:schemaRefs>
    <ds:schemaRef ds:uri="06468658-b71d-45a6-b82e-091e09cdb735"/>
    <ds:schemaRef ds:uri="6a095a77-6af3-449d-a152-f2fa2a0a6fe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DEBAD0A-02EF-40EB-87C8-170672AD86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ADECE-2AFC-4D8D-B92A-18C955CF6A60}">
  <ds:schemaRefs>
    <ds:schemaRef ds:uri="06468658-b71d-45a6-b82e-091e09cdb735"/>
    <ds:schemaRef ds:uri="6a095a77-6af3-449d-a152-f2fa2a0a6fe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284</Words>
  <Application>Microsoft Office PowerPoint</Application>
  <PresentationFormat>แบบจอกว้าง</PresentationFormat>
  <Paragraphs>46</Paragraphs>
  <Slides>8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6</vt:i4>
      </vt:variant>
      <vt:variant>
        <vt:lpstr>ธีม</vt:lpstr>
      </vt:variant>
      <vt:variant>
        <vt:i4>4</vt:i4>
      </vt:variant>
      <vt:variant>
        <vt:lpstr>ชื่อเรื่องสไลด์</vt:lpstr>
      </vt:variant>
      <vt:variant>
        <vt:i4>8</vt:i4>
      </vt:variant>
    </vt:vector>
  </HeadingPairs>
  <TitlesOfParts>
    <vt:vector size="18" baseType="lpstr">
      <vt:lpstr>Browallia New</vt:lpstr>
      <vt:lpstr>DB Helvethaica X 75 Bd</vt:lpstr>
      <vt:lpstr>DB Helvethaica X 55 Regular</vt:lpstr>
      <vt:lpstr>Arial</vt:lpstr>
      <vt:lpstr>Aptos</vt:lpstr>
      <vt:lpstr>DB Helvethaica X 65 Med</vt:lpstr>
      <vt:lpstr>1_SET White Theme</vt:lpstr>
      <vt:lpstr>2_SET White Theme_Browalia</vt:lpstr>
      <vt:lpstr>2_SET CI Color Theme</vt:lpstr>
      <vt:lpstr>3_SET Dark Theme</vt:lpstr>
      <vt:lpstr>SET Research Scholarship 2026</vt:lpstr>
      <vt:lpstr>Headline Title (Browallia Bold 40-46 pt)</vt:lpstr>
      <vt:lpstr>งานนำเสนอ PowerPoint</vt:lpstr>
      <vt:lpstr>งานนำเสนอ PowerPoint</vt:lpstr>
      <vt:lpstr>SET Research Scholarship 2026</vt:lpstr>
      <vt:lpstr>Headline Title (Browallia Bold 40-46 pt)</vt:lpstr>
      <vt:lpstr>งานนำเสนอ PowerPoint</vt:lpstr>
      <vt:lpstr>งานนำเสนอ PowerPoint</vt:lpstr>
    </vt:vector>
  </TitlesOfParts>
  <Company>The Stock Exchange of Thailand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SET_Powerpoint Template</dc:title>
  <dc:creator>BUNYARAT MASILEERUNGSRI</dc:creator>
  <cp:lastModifiedBy>pruesaji limsuwankesorn</cp:lastModifiedBy>
  <cp:revision>13</cp:revision>
  <dcterms:created xsi:type="dcterms:W3CDTF">2026-02-20T11:39:08Z</dcterms:created>
  <dcterms:modified xsi:type="dcterms:W3CDTF">2026-05-02T15:45:19Z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0x0101006D007572FBED1A4A8CB974894542F3D8</vt:lpwstr>
  </property>
  <property fmtid="{D5CDD505-2E9C-101B-9397-08002B2CF9AE}" pid="3" name="MediaServiceImageTags">
    <vt:lpwstr/>
  </property>
</Properties>
</file>